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4"/>
  </p:notesMasterIdLst>
  <p:sldIdLst>
    <p:sldId id="365" r:id="rId5"/>
    <p:sldId id="366" r:id="rId6"/>
    <p:sldId id="367"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3" r:id="rId34"/>
    <p:sldId id="284" r:id="rId35"/>
    <p:sldId id="285" r:id="rId36"/>
    <p:sldId id="287" r:id="rId37"/>
    <p:sldId id="288" r:id="rId38"/>
    <p:sldId id="289" r:id="rId39"/>
    <p:sldId id="290" r:id="rId40"/>
    <p:sldId id="291" r:id="rId41"/>
    <p:sldId id="292" r:id="rId42"/>
    <p:sldId id="293" r:id="rId43"/>
    <p:sldId id="286" r:id="rId44"/>
    <p:sldId id="294" r:id="rId45"/>
    <p:sldId id="295" r:id="rId46"/>
    <p:sldId id="296" r:id="rId47"/>
    <p:sldId id="297" r:id="rId48"/>
    <p:sldId id="298" r:id="rId49"/>
    <p:sldId id="299" r:id="rId50"/>
    <p:sldId id="300" r:id="rId51"/>
    <p:sldId id="303" r:id="rId52"/>
    <p:sldId id="301" r:id="rId53"/>
    <p:sldId id="304" r:id="rId54"/>
    <p:sldId id="302"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1" r:id="rId91"/>
    <p:sldId id="342" r:id="rId92"/>
    <p:sldId id="343" r:id="rId93"/>
    <p:sldId id="344" r:id="rId94"/>
    <p:sldId id="345" r:id="rId95"/>
    <p:sldId id="346" r:id="rId96"/>
    <p:sldId id="347" r:id="rId97"/>
    <p:sldId id="348" r:id="rId98"/>
    <p:sldId id="349" r:id="rId99"/>
    <p:sldId id="350" r:id="rId100"/>
    <p:sldId id="340" r:id="rId101"/>
    <p:sldId id="351" r:id="rId102"/>
    <p:sldId id="352" r:id="rId103"/>
    <p:sldId id="353" r:id="rId104"/>
    <p:sldId id="354" r:id="rId105"/>
    <p:sldId id="355" r:id="rId106"/>
    <p:sldId id="356" r:id="rId107"/>
    <p:sldId id="357" r:id="rId108"/>
    <p:sldId id="360" r:id="rId109"/>
    <p:sldId id="361" r:id="rId110"/>
    <p:sldId id="362" r:id="rId111"/>
    <p:sldId id="363" r:id="rId112"/>
    <p:sldId id="364" r:id="rId1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F0521D-74BD-424C-9A0A-EB6531C87DAA}" v="199" dt="2026-10-30T15:30:01.7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heme" Target="theme/theme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tableStyles" Target="tableStyle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notesMaster" Target="notesMasters/notesMaster1.xml"/><Relationship Id="rId119"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falahae MODJADJI" userId="34968554-2f37-4c8a-8625-fb70719d2ec7" providerId="ADAL" clId="{63083174-967C-4926-B0F7-FE68DC831079}"/>
    <pc:docChg chg="modSld sldOrd">
      <pc:chgData name="Lefalahae MODJADJI" userId="34968554-2f37-4c8a-8625-fb70719d2ec7" providerId="ADAL" clId="{63083174-967C-4926-B0F7-FE68DC831079}" dt="2026-10-30T15:30:01.756" v="196"/>
      <pc:docMkLst>
        <pc:docMk/>
      </pc:docMkLst>
      <pc:sldChg chg="modSp">
        <pc:chgData name="Lefalahae MODJADJI" userId="34968554-2f37-4c8a-8625-fb70719d2ec7" providerId="ADAL" clId="{63083174-967C-4926-B0F7-FE68DC831079}" dt="2026-10-30T14:17:10.929" v="0"/>
        <pc:sldMkLst>
          <pc:docMk/>
          <pc:sldMk cId="2587809153" sldId="279"/>
        </pc:sldMkLst>
        <pc:spChg chg="mod">
          <ac:chgData name="Lefalahae MODJADJI" userId="34968554-2f37-4c8a-8625-fb70719d2ec7" providerId="ADAL" clId="{63083174-967C-4926-B0F7-FE68DC831079}" dt="2026-10-30T14:17:10.929" v="0"/>
          <ac:spMkLst>
            <pc:docMk/>
            <pc:sldMk cId="2587809153" sldId="279"/>
            <ac:spMk id="3" creationId="{9251B82A-5C26-FAE7-3C13-7FB659FDB68F}"/>
          </ac:spMkLst>
        </pc:spChg>
      </pc:sldChg>
      <pc:sldChg chg="modSp">
        <pc:chgData name="Lefalahae MODJADJI" userId="34968554-2f37-4c8a-8625-fb70719d2ec7" providerId="ADAL" clId="{63083174-967C-4926-B0F7-FE68DC831079}" dt="2026-10-30T14:18:12.009" v="1"/>
        <pc:sldMkLst>
          <pc:docMk/>
          <pc:sldMk cId="3941166296" sldId="280"/>
        </pc:sldMkLst>
        <pc:spChg chg="mod">
          <ac:chgData name="Lefalahae MODJADJI" userId="34968554-2f37-4c8a-8625-fb70719d2ec7" providerId="ADAL" clId="{63083174-967C-4926-B0F7-FE68DC831079}" dt="2026-10-30T14:18:12.009" v="1"/>
          <ac:spMkLst>
            <pc:docMk/>
            <pc:sldMk cId="3941166296" sldId="280"/>
            <ac:spMk id="3" creationId="{F0598675-AC8E-3F2A-4582-61E1F7E21BF7}"/>
          </ac:spMkLst>
        </pc:spChg>
      </pc:sldChg>
      <pc:sldChg chg="addSp delSp modSp">
        <pc:chgData name="Lefalahae MODJADJI" userId="34968554-2f37-4c8a-8625-fb70719d2ec7" providerId="ADAL" clId="{63083174-967C-4926-B0F7-FE68DC831079}" dt="2026-10-30T14:19:35.658" v="4"/>
        <pc:sldMkLst>
          <pc:docMk/>
          <pc:sldMk cId="2794528847" sldId="281"/>
        </pc:sldMkLst>
        <pc:spChg chg="add del mod">
          <ac:chgData name="Lefalahae MODJADJI" userId="34968554-2f37-4c8a-8625-fb70719d2ec7" providerId="ADAL" clId="{63083174-967C-4926-B0F7-FE68DC831079}" dt="2026-10-30T14:19:35.658" v="4"/>
          <ac:spMkLst>
            <pc:docMk/>
            <pc:sldMk cId="2794528847" sldId="281"/>
            <ac:spMk id="3" creationId="{41FCB568-7C75-7E8E-AC80-AAF044AD6626}"/>
          </ac:spMkLst>
        </pc:spChg>
        <pc:spChg chg="add">
          <ac:chgData name="Lefalahae MODJADJI" userId="34968554-2f37-4c8a-8625-fb70719d2ec7" providerId="ADAL" clId="{63083174-967C-4926-B0F7-FE68DC831079}" dt="2026-10-30T14:19:16.179" v="2"/>
          <ac:spMkLst>
            <pc:docMk/>
            <pc:sldMk cId="2794528847" sldId="281"/>
            <ac:spMk id="6" creationId="{72C969A1-5A7B-BE8B-7153-5FA2F34F2F1B}"/>
          </ac:spMkLst>
        </pc:spChg>
        <pc:graphicFrameChg chg="add mod">
          <ac:chgData name="Lefalahae MODJADJI" userId="34968554-2f37-4c8a-8625-fb70719d2ec7" providerId="ADAL" clId="{63083174-967C-4926-B0F7-FE68DC831079}" dt="2026-10-30T14:19:19.034" v="3"/>
          <ac:graphicFrameMkLst>
            <pc:docMk/>
            <pc:sldMk cId="2794528847" sldId="281"/>
            <ac:graphicFrameMk id="4" creationId="{4AD57872-96CC-10D7-F068-50060CBF8089}"/>
          </ac:graphicFrameMkLst>
        </pc:graphicFrameChg>
      </pc:sldChg>
      <pc:sldChg chg="addSp delSp modSp">
        <pc:chgData name="Lefalahae MODJADJI" userId="34968554-2f37-4c8a-8625-fb70719d2ec7" providerId="ADAL" clId="{63083174-967C-4926-B0F7-FE68DC831079}" dt="2026-10-30T14:20:36.528" v="5"/>
        <pc:sldMkLst>
          <pc:docMk/>
          <pc:sldMk cId="970466179" sldId="283"/>
        </pc:sldMkLst>
        <pc:spChg chg="del">
          <ac:chgData name="Lefalahae MODJADJI" userId="34968554-2f37-4c8a-8625-fb70719d2ec7" providerId="ADAL" clId="{63083174-967C-4926-B0F7-FE68DC831079}" dt="2026-10-30T14:20:36.528" v="5"/>
          <ac:spMkLst>
            <pc:docMk/>
            <pc:sldMk cId="970466179" sldId="283"/>
            <ac:spMk id="3" creationId="{972FBDE6-FD5C-4694-F1ED-99D58D054D2D}"/>
          </ac:spMkLst>
        </pc:spChg>
        <pc:spChg chg="add">
          <ac:chgData name="Lefalahae MODJADJI" userId="34968554-2f37-4c8a-8625-fb70719d2ec7" providerId="ADAL" clId="{63083174-967C-4926-B0F7-FE68DC831079}" dt="2026-10-30T14:20:36.528" v="5"/>
          <ac:spMkLst>
            <pc:docMk/>
            <pc:sldMk cId="970466179" sldId="283"/>
            <ac:spMk id="6" creationId="{D404F0CF-0F28-C3E4-1A9C-627A3A9212B8}"/>
          </ac:spMkLst>
        </pc:spChg>
        <pc:graphicFrameChg chg="add mod">
          <ac:chgData name="Lefalahae MODJADJI" userId="34968554-2f37-4c8a-8625-fb70719d2ec7" providerId="ADAL" clId="{63083174-967C-4926-B0F7-FE68DC831079}" dt="2026-10-30T14:20:36.528" v="5"/>
          <ac:graphicFrameMkLst>
            <pc:docMk/>
            <pc:sldMk cId="970466179" sldId="283"/>
            <ac:graphicFrameMk id="4" creationId="{2A71B1E6-2B56-53A4-6088-E425568F72FC}"/>
          </ac:graphicFrameMkLst>
        </pc:graphicFrameChg>
      </pc:sldChg>
      <pc:sldChg chg="modSp">
        <pc:chgData name="Lefalahae MODJADJI" userId="34968554-2f37-4c8a-8625-fb70719d2ec7" providerId="ADAL" clId="{63083174-967C-4926-B0F7-FE68DC831079}" dt="2026-10-30T14:21:57.574" v="7"/>
        <pc:sldMkLst>
          <pc:docMk/>
          <pc:sldMk cId="633441861" sldId="284"/>
        </pc:sldMkLst>
        <pc:spChg chg="mod">
          <ac:chgData name="Lefalahae MODJADJI" userId="34968554-2f37-4c8a-8625-fb70719d2ec7" providerId="ADAL" clId="{63083174-967C-4926-B0F7-FE68DC831079}" dt="2026-10-30T14:21:45.464" v="6"/>
          <ac:spMkLst>
            <pc:docMk/>
            <pc:sldMk cId="633441861" sldId="284"/>
            <ac:spMk id="2" creationId="{E13841C1-54AA-059D-1439-8BEDBB55AB7E}"/>
          </ac:spMkLst>
        </pc:spChg>
        <pc:spChg chg="mod">
          <ac:chgData name="Lefalahae MODJADJI" userId="34968554-2f37-4c8a-8625-fb70719d2ec7" providerId="ADAL" clId="{63083174-967C-4926-B0F7-FE68DC831079}" dt="2026-10-30T14:21:57.574" v="7"/>
          <ac:spMkLst>
            <pc:docMk/>
            <pc:sldMk cId="633441861" sldId="284"/>
            <ac:spMk id="3" creationId="{5BD530A4-1270-0BC9-1599-41C05ACF40D8}"/>
          </ac:spMkLst>
        </pc:spChg>
      </pc:sldChg>
      <pc:sldChg chg="addSp modSp">
        <pc:chgData name="Lefalahae MODJADJI" userId="34968554-2f37-4c8a-8625-fb70719d2ec7" providerId="ADAL" clId="{63083174-967C-4926-B0F7-FE68DC831079}" dt="2026-10-30T14:24:08.450" v="11"/>
        <pc:sldMkLst>
          <pc:docMk/>
          <pc:sldMk cId="3894352170" sldId="285"/>
        </pc:sldMkLst>
        <pc:spChg chg="mod">
          <ac:chgData name="Lefalahae MODJADJI" userId="34968554-2f37-4c8a-8625-fb70719d2ec7" providerId="ADAL" clId="{63083174-967C-4926-B0F7-FE68DC831079}" dt="2026-10-30T14:23:58.665" v="10"/>
          <ac:spMkLst>
            <pc:docMk/>
            <pc:sldMk cId="3894352170" sldId="285"/>
            <ac:spMk id="3" creationId="{74D77A97-3609-E51D-1679-0636AA0E312E}"/>
          </ac:spMkLst>
        </pc:spChg>
        <pc:spChg chg="add">
          <ac:chgData name="Lefalahae MODJADJI" userId="34968554-2f37-4c8a-8625-fb70719d2ec7" providerId="ADAL" clId="{63083174-967C-4926-B0F7-FE68DC831079}" dt="2026-10-30T14:23:07.718" v="9"/>
          <ac:spMkLst>
            <pc:docMk/>
            <pc:sldMk cId="3894352170" sldId="285"/>
            <ac:spMk id="6" creationId="{0B794B5F-D0A6-1236-261A-3F1203CC01F2}"/>
          </ac:spMkLst>
        </pc:spChg>
        <pc:graphicFrameChg chg="add mod">
          <ac:chgData name="Lefalahae MODJADJI" userId="34968554-2f37-4c8a-8625-fb70719d2ec7" providerId="ADAL" clId="{63083174-967C-4926-B0F7-FE68DC831079}" dt="2026-10-30T14:23:07.718" v="9"/>
          <ac:graphicFrameMkLst>
            <pc:docMk/>
            <pc:sldMk cId="3894352170" sldId="285"/>
            <ac:graphicFrameMk id="4" creationId="{A637543E-C512-5CD1-126A-5DD01D412301}"/>
          </ac:graphicFrameMkLst>
        </pc:graphicFrameChg>
        <pc:graphicFrameChg chg="add mod">
          <ac:chgData name="Lefalahae MODJADJI" userId="34968554-2f37-4c8a-8625-fb70719d2ec7" providerId="ADAL" clId="{63083174-967C-4926-B0F7-FE68DC831079}" dt="2026-10-30T14:24:08.450" v="11"/>
          <ac:graphicFrameMkLst>
            <pc:docMk/>
            <pc:sldMk cId="3894352170" sldId="285"/>
            <ac:graphicFrameMk id="7" creationId="{9722C5D4-D407-05E4-2113-D8FD872E50DB}"/>
          </ac:graphicFrameMkLst>
        </pc:graphicFrameChg>
      </pc:sldChg>
      <pc:sldChg chg="addSp delSp modSp">
        <pc:chgData name="Lefalahae MODJADJI" userId="34968554-2f37-4c8a-8625-fb70719d2ec7" providerId="ADAL" clId="{63083174-967C-4926-B0F7-FE68DC831079}" dt="2026-10-30T14:31:46.008" v="29"/>
        <pc:sldMkLst>
          <pc:docMk/>
          <pc:sldMk cId="1581952414" sldId="286"/>
        </pc:sldMkLst>
        <pc:spChg chg="del">
          <ac:chgData name="Lefalahae MODJADJI" userId="34968554-2f37-4c8a-8625-fb70719d2ec7" providerId="ADAL" clId="{63083174-967C-4926-B0F7-FE68DC831079}" dt="2026-10-30T14:31:46.008" v="29"/>
          <ac:spMkLst>
            <pc:docMk/>
            <pc:sldMk cId="1581952414" sldId="286"/>
            <ac:spMk id="3" creationId="{71467C56-30A5-2C7A-278B-42EB7624DEAF}"/>
          </ac:spMkLst>
        </pc:spChg>
        <pc:spChg chg="add">
          <ac:chgData name="Lefalahae MODJADJI" userId="34968554-2f37-4c8a-8625-fb70719d2ec7" providerId="ADAL" clId="{63083174-967C-4926-B0F7-FE68DC831079}" dt="2026-10-30T14:31:46.008" v="29"/>
          <ac:spMkLst>
            <pc:docMk/>
            <pc:sldMk cId="1581952414" sldId="286"/>
            <ac:spMk id="6" creationId="{901D83D9-2EA7-739C-8B5E-E8DD1F110AD0}"/>
          </ac:spMkLst>
        </pc:spChg>
        <pc:graphicFrameChg chg="add mod">
          <ac:chgData name="Lefalahae MODJADJI" userId="34968554-2f37-4c8a-8625-fb70719d2ec7" providerId="ADAL" clId="{63083174-967C-4926-B0F7-FE68DC831079}" dt="2026-10-30T14:31:46.008" v="29"/>
          <ac:graphicFrameMkLst>
            <pc:docMk/>
            <pc:sldMk cId="1581952414" sldId="286"/>
            <ac:graphicFrameMk id="4" creationId="{26F2F870-0120-ECA4-52AB-3A3F132939A0}"/>
          </ac:graphicFrameMkLst>
        </pc:graphicFrameChg>
      </pc:sldChg>
      <pc:sldChg chg="addSp delSp modSp">
        <pc:chgData name="Lefalahae MODJADJI" userId="34968554-2f37-4c8a-8625-fb70719d2ec7" providerId="ADAL" clId="{63083174-967C-4926-B0F7-FE68DC831079}" dt="2026-10-30T14:26:24.628" v="21"/>
        <pc:sldMkLst>
          <pc:docMk/>
          <pc:sldMk cId="3458507481" sldId="287"/>
        </pc:sldMkLst>
        <pc:spChg chg="mod">
          <ac:chgData name="Lefalahae MODJADJI" userId="34968554-2f37-4c8a-8625-fb70719d2ec7" providerId="ADAL" clId="{63083174-967C-4926-B0F7-FE68DC831079}" dt="2026-10-30T14:25:17.128" v="12"/>
          <ac:spMkLst>
            <pc:docMk/>
            <pc:sldMk cId="3458507481" sldId="287"/>
            <ac:spMk id="2" creationId="{91144E61-5822-BC77-CC71-B4A10FEDD983}"/>
          </ac:spMkLst>
        </pc:spChg>
        <pc:spChg chg="del">
          <ac:chgData name="Lefalahae MODJADJI" userId="34968554-2f37-4c8a-8625-fb70719d2ec7" providerId="ADAL" clId="{63083174-967C-4926-B0F7-FE68DC831079}" dt="2026-10-30T14:26:24.628" v="21"/>
          <ac:spMkLst>
            <pc:docMk/>
            <pc:sldMk cId="3458507481" sldId="287"/>
            <ac:spMk id="3" creationId="{0036360E-E399-1021-1567-B1FE1C8FE771}"/>
          </ac:spMkLst>
        </pc:spChg>
        <pc:graphicFrameChg chg="add mod">
          <ac:chgData name="Lefalahae MODJADJI" userId="34968554-2f37-4c8a-8625-fb70719d2ec7" providerId="ADAL" clId="{63083174-967C-4926-B0F7-FE68DC831079}" dt="2026-10-30T14:26:24.628" v="21"/>
          <ac:graphicFrameMkLst>
            <pc:docMk/>
            <pc:sldMk cId="3458507481" sldId="287"/>
            <ac:graphicFrameMk id="4" creationId="{72A2B357-ECC9-27DF-B125-E1B6D3E4F26B}"/>
          </ac:graphicFrameMkLst>
        </pc:graphicFrameChg>
      </pc:sldChg>
      <pc:sldChg chg="addSp delSp modSp">
        <pc:chgData name="Lefalahae MODJADJI" userId="34968554-2f37-4c8a-8625-fb70719d2ec7" providerId="ADAL" clId="{63083174-967C-4926-B0F7-FE68DC831079}" dt="2026-10-30T14:26:55.382" v="22"/>
        <pc:sldMkLst>
          <pc:docMk/>
          <pc:sldMk cId="3558345087" sldId="288"/>
        </pc:sldMkLst>
        <pc:spChg chg="mod">
          <ac:chgData name="Lefalahae MODJADJI" userId="34968554-2f37-4c8a-8625-fb70719d2ec7" providerId="ADAL" clId="{63083174-967C-4926-B0F7-FE68DC831079}" dt="2026-10-30T14:25:54.270" v="17"/>
          <ac:spMkLst>
            <pc:docMk/>
            <pc:sldMk cId="3558345087" sldId="288"/>
            <ac:spMk id="2" creationId="{582035EB-1F15-6C30-B586-652E20740BC7}"/>
          </ac:spMkLst>
        </pc:spChg>
        <pc:spChg chg="del">
          <ac:chgData name="Lefalahae MODJADJI" userId="34968554-2f37-4c8a-8625-fb70719d2ec7" providerId="ADAL" clId="{63083174-967C-4926-B0F7-FE68DC831079}" dt="2026-10-30T14:26:55.382" v="22"/>
          <ac:spMkLst>
            <pc:docMk/>
            <pc:sldMk cId="3558345087" sldId="288"/>
            <ac:spMk id="3" creationId="{BF73AB1B-9647-DEC9-9DBB-4836CE7885AA}"/>
          </ac:spMkLst>
        </pc:spChg>
        <pc:spChg chg="add">
          <ac:chgData name="Lefalahae MODJADJI" userId="34968554-2f37-4c8a-8625-fb70719d2ec7" providerId="ADAL" clId="{63083174-967C-4926-B0F7-FE68DC831079}" dt="2026-10-30T14:26:55.382" v="22"/>
          <ac:spMkLst>
            <pc:docMk/>
            <pc:sldMk cId="3558345087" sldId="288"/>
            <ac:spMk id="6" creationId="{A4B50124-22C3-4E69-9258-8A9DD78A9FD1}"/>
          </ac:spMkLst>
        </pc:spChg>
        <pc:graphicFrameChg chg="add mod">
          <ac:chgData name="Lefalahae MODJADJI" userId="34968554-2f37-4c8a-8625-fb70719d2ec7" providerId="ADAL" clId="{63083174-967C-4926-B0F7-FE68DC831079}" dt="2026-10-30T14:26:55.382" v="22"/>
          <ac:graphicFrameMkLst>
            <pc:docMk/>
            <pc:sldMk cId="3558345087" sldId="288"/>
            <ac:graphicFrameMk id="4" creationId="{D54C2CB7-D43C-791F-0716-E30B3E55CACF}"/>
          </ac:graphicFrameMkLst>
        </pc:graphicFrameChg>
      </pc:sldChg>
      <pc:sldChg chg="addSp delSp modSp">
        <pc:chgData name="Lefalahae MODJADJI" userId="34968554-2f37-4c8a-8625-fb70719d2ec7" providerId="ADAL" clId="{63083174-967C-4926-B0F7-FE68DC831079}" dt="2026-10-30T14:27:24.038" v="23"/>
        <pc:sldMkLst>
          <pc:docMk/>
          <pc:sldMk cId="1912297927" sldId="289"/>
        </pc:sldMkLst>
        <pc:spChg chg="mod">
          <ac:chgData name="Lefalahae MODJADJI" userId="34968554-2f37-4c8a-8625-fb70719d2ec7" providerId="ADAL" clId="{63083174-967C-4926-B0F7-FE68DC831079}" dt="2026-10-30T14:25:58.225" v="18"/>
          <ac:spMkLst>
            <pc:docMk/>
            <pc:sldMk cId="1912297927" sldId="289"/>
            <ac:spMk id="2" creationId="{51F9DC59-D365-9526-6AA1-915DFECF865B}"/>
          </ac:spMkLst>
        </pc:spChg>
        <pc:spChg chg="del">
          <ac:chgData name="Lefalahae MODJADJI" userId="34968554-2f37-4c8a-8625-fb70719d2ec7" providerId="ADAL" clId="{63083174-967C-4926-B0F7-FE68DC831079}" dt="2026-10-30T14:27:24.038" v="23"/>
          <ac:spMkLst>
            <pc:docMk/>
            <pc:sldMk cId="1912297927" sldId="289"/>
            <ac:spMk id="3" creationId="{1A594597-369E-5395-BE11-C589A24D6713}"/>
          </ac:spMkLst>
        </pc:spChg>
        <pc:spChg chg="add">
          <ac:chgData name="Lefalahae MODJADJI" userId="34968554-2f37-4c8a-8625-fb70719d2ec7" providerId="ADAL" clId="{63083174-967C-4926-B0F7-FE68DC831079}" dt="2026-10-30T14:27:24.038" v="23"/>
          <ac:spMkLst>
            <pc:docMk/>
            <pc:sldMk cId="1912297927" sldId="289"/>
            <ac:spMk id="6" creationId="{A1564F59-34D4-339F-DBAF-AEC58F4FCEA7}"/>
          </ac:spMkLst>
        </pc:spChg>
        <pc:graphicFrameChg chg="add mod">
          <ac:chgData name="Lefalahae MODJADJI" userId="34968554-2f37-4c8a-8625-fb70719d2ec7" providerId="ADAL" clId="{63083174-967C-4926-B0F7-FE68DC831079}" dt="2026-10-30T14:27:24.038" v="23"/>
          <ac:graphicFrameMkLst>
            <pc:docMk/>
            <pc:sldMk cId="1912297927" sldId="289"/>
            <ac:graphicFrameMk id="4" creationId="{CFB263E5-3F5F-0FB2-BA6B-099BFC4D3F72}"/>
          </ac:graphicFrameMkLst>
        </pc:graphicFrameChg>
      </pc:sldChg>
      <pc:sldChg chg="addSp delSp modSp">
        <pc:chgData name="Lefalahae MODJADJI" userId="34968554-2f37-4c8a-8625-fb70719d2ec7" providerId="ADAL" clId="{63083174-967C-4926-B0F7-FE68DC831079}" dt="2026-10-30T14:27:55.430" v="24"/>
        <pc:sldMkLst>
          <pc:docMk/>
          <pc:sldMk cId="1470918058" sldId="290"/>
        </pc:sldMkLst>
        <pc:spChg chg="mod">
          <ac:chgData name="Lefalahae MODJADJI" userId="34968554-2f37-4c8a-8625-fb70719d2ec7" providerId="ADAL" clId="{63083174-967C-4926-B0F7-FE68DC831079}" dt="2026-10-30T14:26:02.463" v="19"/>
          <ac:spMkLst>
            <pc:docMk/>
            <pc:sldMk cId="1470918058" sldId="290"/>
            <ac:spMk id="2" creationId="{D55D1152-B2C8-FBCB-F81C-1EDE0E47AD8D}"/>
          </ac:spMkLst>
        </pc:spChg>
        <pc:spChg chg="del">
          <ac:chgData name="Lefalahae MODJADJI" userId="34968554-2f37-4c8a-8625-fb70719d2ec7" providerId="ADAL" clId="{63083174-967C-4926-B0F7-FE68DC831079}" dt="2026-10-30T14:27:55.430" v="24"/>
          <ac:spMkLst>
            <pc:docMk/>
            <pc:sldMk cId="1470918058" sldId="290"/>
            <ac:spMk id="3" creationId="{0F65DA7C-80F1-B867-7A8A-F2268BD757A2}"/>
          </ac:spMkLst>
        </pc:spChg>
        <pc:spChg chg="add">
          <ac:chgData name="Lefalahae MODJADJI" userId="34968554-2f37-4c8a-8625-fb70719d2ec7" providerId="ADAL" clId="{63083174-967C-4926-B0F7-FE68DC831079}" dt="2026-10-30T14:27:55.430" v="24"/>
          <ac:spMkLst>
            <pc:docMk/>
            <pc:sldMk cId="1470918058" sldId="290"/>
            <ac:spMk id="8" creationId="{74EC6897-3114-C9D3-7414-CC489258D31A}"/>
          </ac:spMkLst>
        </pc:spChg>
        <pc:graphicFrameChg chg="add mod">
          <ac:chgData name="Lefalahae MODJADJI" userId="34968554-2f37-4c8a-8625-fb70719d2ec7" providerId="ADAL" clId="{63083174-967C-4926-B0F7-FE68DC831079}" dt="2026-10-30T14:27:55.430" v="24"/>
          <ac:graphicFrameMkLst>
            <pc:docMk/>
            <pc:sldMk cId="1470918058" sldId="290"/>
            <ac:graphicFrameMk id="6" creationId="{FDDBD6C8-DB5E-C916-8AE2-5FC78EB96B19}"/>
          </ac:graphicFrameMkLst>
        </pc:graphicFrameChg>
      </pc:sldChg>
      <pc:sldChg chg="addSp delSp modSp">
        <pc:chgData name="Lefalahae MODJADJI" userId="34968554-2f37-4c8a-8625-fb70719d2ec7" providerId="ADAL" clId="{63083174-967C-4926-B0F7-FE68DC831079}" dt="2026-10-30T14:28:23.966" v="25"/>
        <pc:sldMkLst>
          <pc:docMk/>
          <pc:sldMk cId="1207836188" sldId="291"/>
        </pc:sldMkLst>
        <pc:spChg chg="mod">
          <ac:chgData name="Lefalahae MODJADJI" userId="34968554-2f37-4c8a-8625-fb70719d2ec7" providerId="ADAL" clId="{63083174-967C-4926-B0F7-FE68DC831079}" dt="2026-10-30T14:26:05.850" v="20"/>
          <ac:spMkLst>
            <pc:docMk/>
            <pc:sldMk cId="1207836188" sldId="291"/>
            <ac:spMk id="2" creationId="{42887FA4-B170-54AE-9AE6-122EFB6AB075}"/>
          </ac:spMkLst>
        </pc:spChg>
        <pc:spChg chg="del">
          <ac:chgData name="Lefalahae MODJADJI" userId="34968554-2f37-4c8a-8625-fb70719d2ec7" providerId="ADAL" clId="{63083174-967C-4926-B0F7-FE68DC831079}" dt="2026-10-30T14:28:23.966" v="25"/>
          <ac:spMkLst>
            <pc:docMk/>
            <pc:sldMk cId="1207836188" sldId="291"/>
            <ac:spMk id="3" creationId="{27B3A71D-42E1-E211-8841-4D298FF36D5B}"/>
          </ac:spMkLst>
        </pc:spChg>
        <pc:spChg chg="add">
          <ac:chgData name="Lefalahae MODJADJI" userId="34968554-2f37-4c8a-8625-fb70719d2ec7" providerId="ADAL" clId="{63083174-967C-4926-B0F7-FE68DC831079}" dt="2026-10-30T14:28:23.966" v="25"/>
          <ac:spMkLst>
            <pc:docMk/>
            <pc:sldMk cId="1207836188" sldId="291"/>
            <ac:spMk id="6" creationId="{02DFD6D9-C3D6-CA57-CA0C-D541387694F2}"/>
          </ac:spMkLst>
        </pc:spChg>
        <pc:graphicFrameChg chg="add mod">
          <ac:chgData name="Lefalahae MODJADJI" userId="34968554-2f37-4c8a-8625-fb70719d2ec7" providerId="ADAL" clId="{63083174-967C-4926-B0F7-FE68DC831079}" dt="2026-10-30T14:28:23.966" v="25"/>
          <ac:graphicFrameMkLst>
            <pc:docMk/>
            <pc:sldMk cId="1207836188" sldId="291"/>
            <ac:graphicFrameMk id="4" creationId="{AF71A7B2-FB9E-8227-35F8-77C28E3EED09}"/>
          </ac:graphicFrameMkLst>
        </pc:graphicFrameChg>
      </pc:sldChg>
      <pc:sldChg chg="modSp">
        <pc:chgData name="Lefalahae MODJADJI" userId="34968554-2f37-4c8a-8625-fb70719d2ec7" providerId="ADAL" clId="{63083174-967C-4926-B0F7-FE68DC831079}" dt="2026-10-30T14:28:52.908" v="26"/>
        <pc:sldMkLst>
          <pc:docMk/>
          <pc:sldMk cId="624647213" sldId="292"/>
        </pc:sldMkLst>
        <pc:spChg chg="mod">
          <ac:chgData name="Lefalahae MODJADJI" userId="34968554-2f37-4c8a-8625-fb70719d2ec7" providerId="ADAL" clId="{63083174-967C-4926-B0F7-FE68DC831079}" dt="2026-10-30T14:28:52.908" v="26"/>
          <ac:spMkLst>
            <pc:docMk/>
            <pc:sldMk cId="624647213" sldId="292"/>
            <ac:spMk id="3" creationId="{66481FD7-3BD4-1209-A1EE-DA37586415B6}"/>
          </ac:spMkLst>
        </pc:spChg>
      </pc:sldChg>
      <pc:sldChg chg="addSp modSp">
        <pc:chgData name="Lefalahae MODJADJI" userId="34968554-2f37-4c8a-8625-fb70719d2ec7" providerId="ADAL" clId="{63083174-967C-4926-B0F7-FE68DC831079}" dt="2026-10-30T14:30:52.174" v="28"/>
        <pc:sldMkLst>
          <pc:docMk/>
          <pc:sldMk cId="3675701425" sldId="293"/>
        </pc:sldMkLst>
        <pc:spChg chg="mod">
          <ac:chgData name="Lefalahae MODJADJI" userId="34968554-2f37-4c8a-8625-fb70719d2ec7" providerId="ADAL" clId="{63083174-967C-4926-B0F7-FE68DC831079}" dt="2026-10-30T14:30:35.516" v="27"/>
          <ac:spMkLst>
            <pc:docMk/>
            <pc:sldMk cId="3675701425" sldId="293"/>
            <ac:spMk id="3" creationId="{12AF7F74-1DAE-3E70-DCCA-0CF5A8B7B339}"/>
          </ac:spMkLst>
        </pc:spChg>
        <pc:spChg chg="add">
          <ac:chgData name="Lefalahae MODJADJI" userId="34968554-2f37-4c8a-8625-fb70719d2ec7" providerId="ADAL" clId="{63083174-967C-4926-B0F7-FE68DC831079}" dt="2026-10-30T14:30:52.174" v="28"/>
          <ac:spMkLst>
            <pc:docMk/>
            <pc:sldMk cId="3675701425" sldId="293"/>
            <ac:spMk id="6" creationId="{2240246B-FAF4-80C9-E70B-B7C864000817}"/>
          </ac:spMkLst>
        </pc:spChg>
        <pc:graphicFrameChg chg="add mod">
          <ac:chgData name="Lefalahae MODJADJI" userId="34968554-2f37-4c8a-8625-fb70719d2ec7" providerId="ADAL" clId="{63083174-967C-4926-B0F7-FE68DC831079}" dt="2026-10-30T14:30:52.174" v="28"/>
          <ac:graphicFrameMkLst>
            <pc:docMk/>
            <pc:sldMk cId="3675701425" sldId="293"/>
            <ac:graphicFrameMk id="4" creationId="{7270BF37-BE9C-F104-2F57-9B9B4D3FCD8E}"/>
          </ac:graphicFrameMkLst>
        </pc:graphicFrameChg>
      </pc:sldChg>
      <pc:sldChg chg="addSp delSp modSp">
        <pc:chgData name="Lefalahae MODJADJI" userId="34968554-2f37-4c8a-8625-fb70719d2ec7" providerId="ADAL" clId="{63083174-967C-4926-B0F7-FE68DC831079}" dt="2026-10-30T14:32:16.938" v="30"/>
        <pc:sldMkLst>
          <pc:docMk/>
          <pc:sldMk cId="1212291494" sldId="294"/>
        </pc:sldMkLst>
        <pc:spChg chg="del">
          <ac:chgData name="Lefalahae MODJADJI" userId="34968554-2f37-4c8a-8625-fb70719d2ec7" providerId="ADAL" clId="{63083174-967C-4926-B0F7-FE68DC831079}" dt="2026-10-30T14:32:16.938" v="30"/>
          <ac:spMkLst>
            <pc:docMk/>
            <pc:sldMk cId="1212291494" sldId="294"/>
            <ac:spMk id="3" creationId="{D4E00ED0-EEC3-612B-3B7E-F81741F9649B}"/>
          </ac:spMkLst>
        </pc:spChg>
        <pc:spChg chg="add">
          <ac:chgData name="Lefalahae MODJADJI" userId="34968554-2f37-4c8a-8625-fb70719d2ec7" providerId="ADAL" clId="{63083174-967C-4926-B0F7-FE68DC831079}" dt="2026-10-30T14:32:16.938" v="30"/>
          <ac:spMkLst>
            <pc:docMk/>
            <pc:sldMk cId="1212291494" sldId="294"/>
            <ac:spMk id="6" creationId="{6161237A-90F5-F010-E207-309A9690CA6B}"/>
          </ac:spMkLst>
        </pc:spChg>
        <pc:graphicFrameChg chg="add mod">
          <ac:chgData name="Lefalahae MODJADJI" userId="34968554-2f37-4c8a-8625-fb70719d2ec7" providerId="ADAL" clId="{63083174-967C-4926-B0F7-FE68DC831079}" dt="2026-10-30T14:32:16.938" v="30"/>
          <ac:graphicFrameMkLst>
            <pc:docMk/>
            <pc:sldMk cId="1212291494" sldId="294"/>
            <ac:graphicFrameMk id="4" creationId="{B92D43BE-30DA-D0AE-DF93-4E5C5928ADEE}"/>
          </ac:graphicFrameMkLst>
        </pc:graphicFrameChg>
      </pc:sldChg>
      <pc:sldChg chg="addSp delSp modSp">
        <pc:chgData name="Lefalahae MODJADJI" userId="34968554-2f37-4c8a-8625-fb70719d2ec7" providerId="ADAL" clId="{63083174-967C-4926-B0F7-FE68DC831079}" dt="2026-10-30T14:32:44.108" v="31"/>
        <pc:sldMkLst>
          <pc:docMk/>
          <pc:sldMk cId="3457508168" sldId="295"/>
        </pc:sldMkLst>
        <pc:spChg chg="del">
          <ac:chgData name="Lefalahae MODJADJI" userId="34968554-2f37-4c8a-8625-fb70719d2ec7" providerId="ADAL" clId="{63083174-967C-4926-B0F7-FE68DC831079}" dt="2026-10-30T14:32:44.108" v="31"/>
          <ac:spMkLst>
            <pc:docMk/>
            <pc:sldMk cId="3457508168" sldId="295"/>
            <ac:spMk id="3" creationId="{7AF0BF17-C421-1AB9-CD72-AF4D3732B8BD}"/>
          </ac:spMkLst>
        </pc:spChg>
        <pc:spChg chg="add">
          <ac:chgData name="Lefalahae MODJADJI" userId="34968554-2f37-4c8a-8625-fb70719d2ec7" providerId="ADAL" clId="{63083174-967C-4926-B0F7-FE68DC831079}" dt="2026-10-30T14:32:44.108" v="31"/>
          <ac:spMkLst>
            <pc:docMk/>
            <pc:sldMk cId="3457508168" sldId="295"/>
            <ac:spMk id="6" creationId="{30FAF2A3-6BFE-9ED0-EAF8-78607DF52BC7}"/>
          </ac:spMkLst>
        </pc:spChg>
        <pc:graphicFrameChg chg="add mod">
          <ac:chgData name="Lefalahae MODJADJI" userId="34968554-2f37-4c8a-8625-fb70719d2ec7" providerId="ADAL" clId="{63083174-967C-4926-B0F7-FE68DC831079}" dt="2026-10-30T14:32:44.108" v="31"/>
          <ac:graphicFrameMkLst>
            <pc:docMk/>
            <pc:sldMk cId="3457508168" sldId="295"/>
            <ac:graphicFrameMk id="4" creationId="{C61CE3D8-F9C0-4720-6FA7-40E4264A321B}"/>
          </ac:graphicFrameMkLst>
        </pc:graphicFrameChg>
      </pc:sldChg>
      <pc:sldChg chg="modSp">
        <pc:chgData name="Lefalahae MODJADJI" userId="34968554-2f37-4c8a-8625-fb70719d2ec7" providerId="ADAL" clId="{63083174-967C-4926-B0F7-FE68DC831079}" dt="2026-10-30T14:33:58.358" v="32"/>
        <pc:sldMkLst>
          <pc:docMk/>
          <pc:sldMk cId="1429291024" sldId="296"/>
        </pc:sldMkLst>
        <pc:spChg chg="mod">
          <ac:chgData name="Lefalahae MODJADJI" userId="34968554-2f37-4c8a-8625-fb70719d2ec7" providerId="ADAL" clId="{63083174-967C-4926-B0F7-FE68DC831079}" dt="2026-10-30T14:33:58.358" v="32"/>
          <ac:spMkLst>
            <pc:docMk/>
            <pc:sldMk cId="1429291024" sldId="296"/>
            <ac:spMk id="3" creationId="{83671988-DB38-8D0E-31A7-FCBF78128C5C}"/>
          </ac:spMkLst>
        </pc:spChg>
      </pc:sldChg>
      <pc:sldChg chg="addSp delSp modSp">
        <pc:chgData name="Lefalahae MODJADJI" userId="34968554-2f37-4c8a-8625-fb70719d2ec7" providerId="ADAL" clId="{63083174-967C-4926-B0F7-FE68DC831079}" dt="2026-10-30T14:34:46.100" v="33"/>
        <pc:sldMkLst>
          <pc:docMk/>
          <pc:sldMk cId="1247249672" sldId="297"/>
        </pc:sldMkLst>
        <pc:spChg chg="del">
          <ac:chgData name="Lefalahae MODJADJI" userId="34968554-2f37-4c8a-8625-fb70719d2ec7" providerId="ADAL" clId="{63083174-967C-4926-B0F7-FE68DC831079}" dt="2026-10-30T14:34:46.100" v="33"/>
          <ac:spMkLst>
            <pc:docMk/>
            <pc:sldMk cId="1247249672" sldId="297"/>
            <ac:spMk id="3" creationId="{C36D6AD0-A67A-5E14-6BBA-59BA21A41372}"/>
          </ac:spMkLst>
        </pc:spChg>
        <pc:spChg chg="add">
          <ac:chgData name="Lefalahae MODJADJI" userId="34968554-2f37-4c8a-8625-fb70719d2ec7" providerId="ADAL" clId="{63083174-967C-4926-B0F7-FE68DC831079}" dt="2026-10-30T14:34:46.100" v="33"/>
          <ac:spMkLst>
            <pc:docMk/>
            <pc:sldMk cId="1247249672" sldId="297"/>
            <ac:spMk id="6" creationId="{5D8FF107-9A3B-1148-58E1-A8E5DCD86A37}"/>
          </ac:spMkLst>
        </pc:spChg>
        <pc:graphicFrameChg chg="add mod">
          <ac:chgData name="Lefalahae MODJADJI" userId="34968554-2f37-4c8a-8625-fb70719d2ec7" providerId="ADAL" clId="{63083174-967C-4926-B0F7-FE68DC831079}" dt="2026-10-30T14:34:46.100" v="33"/>
          <ac:graphicFrameMkLst>
            <pc:docMk/>
            <pc:sldMk cId="1247249672" sldId="297"/>
            <ac:graphicFrameMk id="4" creationId="{EBD85DCA-F122-49C9-83AD-F546DB7E638F}"/>
          </ac:graphicFrameMkLst>
        </pc:graphicFrameChg>
      </pc:sldChg>
      <pc:sldChg chg="addSp delSp modSp">
        <pc:chgData name="Lefalahae MODJADJI" userId="34968554-2f37-4c8a-8625-fb70719d2ec7" providerId="ADAL" clId="{63083174-967C-4926-B0F7-FE68DC831079}" dt="2026-10-30T14:36:46.111" v="34"/>
        <pc:sldMkLst>
          <pc:docMk/>
          <pc:sldMk cId="410029126" sldId="298"/>
        </pc:sldMkLst>
        <pc:spChg chg="del">
          <ac:chgData name="Lefalahae MODJADJI" userId="34968554-2f37-4c8a-8625-fb70719d2ec7" providerId="ADAL" clId="{63083174-967C-4926-B0F7-FE68DC831079}" dt="2026-10-30T14:36:46.111" v="34"/>
          <ac:spMkLst>
            <pc:docMk/>
            <pc:sldMk cId="410029126" sldId="298"/>
            <ac:spMk id="3" creationId="{244CDEF4-2C1F-7972-D6F5-0CAEF1E64908}"/>
          </ac:spMkLst>
        </pc:spChg>
        <pc:graphicFrameChg chg="add mod">
          <ac:chgData name="Lefalahae MODJADJI" userId="34968554-2f37-4c8a-8625-fb70719d2ec7" providerId="ADAL" clId="{63083174-967C-4926-B0F7-FE68DC831079}" dt="2026-10-30T14:36:46.111" v="34"/>
          <ac:graphicFrameMkLst>
            <pc:docMk/>
            <pc:sldMk cId="410029126" sldId="298"/>
            <ac:graphicFrameMk id="4" creationId="{4E7DBDEE-ADAD-BF65-BB98-09F306EEBBA1}"/>
          </ac:graphicFrameMkLst>
        </pc:graphicFrameChg>
      </pc:sldChg>
      <pc:sldChg chg="modSp">
        <pc:chgData name="Lefalahae MODJADJI" userId="34968554-2f37-4c8a-8625-fb70719d2ec7" providerId="ADAL" clId="{63083174-967C-4926-B0F7-FE68DC831079}" dt="2026-10-30T14:37:44.628" v="35"/>
        <pc:sldMkLst>
          <pc:docMk/>
          <pc:sldMk cId="1490064659" sldId="299"/>
        </pc:sldMkLst>
        <pc:spChg chg="mod">
          <ac:chgData name="Lefalahae MODJADJI" userId="34968554-2f37-4c8a-8625-fb70719d2ec7" providerId="ADAL" clId="{63083174-967C-4926-B0F7-FE68DC831079}" dt="2026-10-30T14:37:44.628" v="35"/>
          <ac:spMkLst>
            <pc:docMk/>
            <pc:sldMk cId="1490064659" sldId="299"/>
            <ac:spMk id="3" creationId="{34BD76F8-1D40-9ECA-2B6E-3BF89906FF66}"/>
          </ac:spMkLst>
        </pc:spChg>
      </pc:sldChg>
      <pc:sldChg chg="modSp ord">
        <pc:chgData name="Lefalahae MODJADJI" userId="34968554-2f37-4c8a-8625-fb70719d2ec7" providerId="ADAL" clId="{63083174-967C-4926-B0F7-FE68DC831079}" dt="2026-10-30T14:41:48.428" v="37"/>
        <pc:sldMkLst>
          <pc:docMk/>
          <pc:sldMk cId="3457416701" sldId="303"/>
        </pc:sldMkLst>
        <pc:spChg chg="mod">
          <ac:chgData name="Lefalahae MODJADJI" userId="34968554-2f37-4c8a-8625-fb70719d2ec7" providerId="ADAL" clId="{63083174-967C-4926-B0F7-FE68DC831079}" dt="2026-10-30T14:41:38.388" v="36"/>
          <ac:spMkLst>
            <pc:docMk/>
            <pc:sldMk cId="3457416701" sldId="303"/>
            <ac:spMk id="3" creationId="{0AE5D379-E596-CE86-7859-E01B4BEB040B}"/>
          </ac:spMkLst>
        </pc:spChg>
      </pc:sldChg>
      <pc:sldChg chg="modSp">
        <pc:chgData name="Lefalahae MODJADJI" userId="34968554-2f37-4c8a-8625-fb70719d2ec7" providerId="ADAL" clId="{63083174-967C-4926-B0F7-FE68DC831079}" dt="2026-10-30T14:45:26.548" v="38"/>
        <pc:sldMkLst>
          <pc:docMk/>
          <pc:sldMk cId="3167089443" sldId="305"/>
        </pc:sldMkLst>
        <pc:spChg chg="mod">
          <ac:chgData name="Lefalahae MODJADJI" userId="34968554-2f37-4c8a-8625-fb70719d2ec7" providerId="ADAL" clId="{63083174-967C-4926-B0F7-FE68DC831079}" dt="2026-10-30T14:45:26.548" v="38"/>
          <ac:spMkLst>
            <pc:docMk/>
            <pc:sldMk cId="3167089443" sldId="305"/>
            <ac:spMk id="3" creationId="{382A76D0-C5FF-007B-D396-2F585619140B}"/>
          </ac:spMkLst>
        </pc:spChg>
      </pc:sldChg>
      <pc:sldChg chg="modSp">
        <pc:chgData name="Lefalahae MODJADJI" userId="34968554-2f37-4c8a-8625-fb70719d2ec7" providerId="ADAL" clId="{63083174-967C-4926-B0F7-FE68DC831079}" dt="2026-10-30T14:46:48.788" v="49"/>
        <pc:sldMkLst>
          <pc:docMk/>
          <pc:sldMk cId="3593320370" sldId="306"/>
        </pc:sldMkLst>
        <pc:spChg chg="mod">
          <ac:chgData name="Lefalahae MODJADJI" userId="34968554-2f37-4c8a-8625-fb70719d2ec7" providerId="ADAL" clId="{63083174-967C-4926-B0F7-FE68DC831079}" dt="2026-10-30T14:45:55.938" v="39"/>
          <ac:spMkLst>
            <pc:docMk/>
            <pc:sldMk cId="3593320370" sldId="306"/>
            <ac:spMk id="2" creationId="{DC7CFE94-F5BE-86FC-4F06-0AE8A2CD4AA1}"/>
          </ac:spMkLst>
        </pc:spChg>
        <pc:spChg chg="mod">
          <ac:chgData name="Lefalahae MODJADJI" userId="34968554-2f37-4c8a-8625-fb70719d2ec7" providerId="ADAL" clId="{63083174-967C-4926-B0F7-FE68DC831079}" dt="2026-10-30T14:46:48.788" v="49"/>
          <ac:spMkLst>
            <pc:docMk/>
            <pc:sldMk cId="3593320370" sldId="306"/>
            <ac:spMk id="3" creationId="{8E064125-918C-E443-4684-8FACC8D4B109}"/>
          </ac:spMkLst>
        </pc:spChg>
      </pc:sldChg>
      <pc:sldChg chg="modSp">
        <pc:chgData name="Lefalahae MODJADJI" userId="34968554-2f37-4c8a-8625-fb70719d2ec7" providerId="ADAL" clId="{63083174-967C-4926-B0F7-FE68DC831079}" dt="2026-10-30T14:47:14.648" v="50"/>
        <pc:sldMkLst>
          <pc:docMk/>
          <pc:sldMk cId="2075507592" sldId="307"/>
        </pc:sldMkLst>
        <pc:spChg chg="mod">
          <ac:chgData name="Lefalahae MODJADJI" userId="34968554-2f37-4c8a-8625-fb70719d2ec7" providerId="ADAL" clId="{63083174-967C-4926-B0F7-FE68DC831079}" dt="2026-10-30T14:45:59.407" v="40"/>
          <ac:spMkLst>
            <pc:docMk/>
            <pc:sldMk cId="2075507592" sldId="307"/>
            <ac:spMk id="2" creationId="{7AFFF0AF-C0E1-8655-CF46-57880286AEDE}"/>
          </ac:spMkLst>
        </pc:spChg>
        <pc:spChg chg="mod">
          <ac:chgData name="Lefalahae MODJADJI" userId="34968554-2f37-4c8a-8625-fb70719d2ec7" providerId="ADAL" clId="{63083174-967C-4926-B0F7-FE68DC831079}" dt="2026-10-30T14:47:14.648" v="50"/>
          <ac:spMkLst>
            <pc:docMk/>
            <pc:sldMk cId="2075507592" sldId="307"/>
            <ac:spMk id="3" creationId="{7DACE4DD-DB69-FC04-99AF-3C19B9046ECE}"/>
          </ac:spMkLst>
        </pc:spChg>
      </pc:sldChg>
      <pc:sldChg chg="modSp">
        <pc:chgData name="Lefalahae MODJADJI" userId="34968554-2f37-4c8a-8625-fb70719d2ec7" providerId="ADAL" clId="{63083174-967C-4926-B0F7-FE68DC831079}" dt="2026-10-30T14:47:49.343" v="51"/>
        <pc:sldMkLst>
          <pc:docMk/>
          <pc:sldMk cId="743113592" sldId="308"/>
        </pc:sldMkLst>
        <pc:spChg chg="mod">
          <ac:chgData name="Lefalahae MODJADJI" userId="34968554-2f37-4c8a-8625-fb70719d2ec7" providerId="ADAL" clId="{63083174-967C-4926-B0F7-FE68DC831079}" dt="2026-10-30T14:46:02.225" v="41"/>
          <ac:spMkLst>
            <pc:docMk/>
            <pc:sldMk cId="743113592" sldId="308"/>
            <ac:spMk id="2" creationId="{21899FA5-A839-0290-8D6F-9ED74CA329CF}"/>
          </ac:spMkLst>
        </pc:spChg>
        <pc:spChg chg="mod">
          <ac:chgData name="Lefalahae MODJADJI" userId="34968554-2f37-4c8a-8625-fb70719d2ec7" providerId="ADAL" clId="{63083174-967C-4926-B0F7-FE68DC831079}" dt="2026-10-30T14:47:49.343" v="51"/>
          <ac:spMkLst>
            <pc:docMk/>
            <pc:sldMk cId="743113592" sldId="308"/>
            <ac:spMk id="3" creationId="{B6DC486A-8BED-EA3A-30AA-9914639D9A4F}"/>
          </ac:spMkLst>
        </pc:spChg>
      </pc:sldChg>
      <pc:sldChg chg="modSp">
        <pc:chgData name="Lefalahae MODJADJI" userId="34968554-2f37-4c8a-8625-fb70719d2ec7" providerId="ADAL" clId="{63083174-967C-4926-B0F7-FE68DC831079}" dt="2026-10-30T14:48:11.850" v="52"/>
        <pc:sldMkLst>
          <pc:docMk/>
          <pc:sldMk cId="3121043992" sldId="309"/>
        </pc:sldMkLst>
        <pc:spChg chg="mod">
          <ac:chgData name="Lefalahae MODJADJI" userId="34968554-2f37-4c8a-8625-fb70719d2ec7" providerId="ADAL" clId="{63083174-967C-4926-B0F7-FE68DC831079}" dt="2026-10-30T14:46:05.486" v="42"/>
          <ac:spMkLst>
            <pc:docMk/>
            <pc:sldMk cId="3121043992" sldId="309"/>
            <ac:spMk id="2" creationId="{8DA07F1C-EE19-4744-300F-68D2B2987A89}"/>
          </ac:spMkLst>
        </pc:spChg>
        <pc:spChg chg="mod">
          <ac:chgData name="Lefalahae MODJADJI" userId="34968554-2f37-4c8a-8625-fb70719d2ec7" providerId="ADAL" clId="{63083174-967C-4926-B0F7-FE68DC831079}" dt="2026-10-30T14:48:11.850" v="52"/>
          <ac:spMkLst>
            <pc:docMk/>
            <pc:sldMk cId="3121043992" sldId="309"/>
            <ac:spMk id="3" creationId="{0335CD47-9BE1-0942-6121-9205F76B67CE}"/>
          </ac:spMkLst>
        </pc:spChg>
      </pc:sldChg>
      <pc:sldChg chg="modSp">
        <pc:chgData name="Lefalahae MODJADJI" userId="34968554-2f37-4c8a-8625-fb70719d2ec7" providerId="ADAL" clId="{63083174-967C-4926-B0F7-FE68DC831079}" dt="2026-10-30T14:48:36.351" v="53"/>
        <pc:sldMkLst>
          <pc:docMk/>
          <pc:sldMk cId="4155790466" sldId="310"/>
        </pc:sldMkLst>
        <pc:spChg chg="mod">
          <ac:chgData name="Lefalahae MODJADJI" userId="34968554-2f37-4c8a-8625-fb70719d2ec7" providerId="ADAL" clId="{63083174-967C-4926-B0F7-FE68DC831079}" dt="2026-10-30T14:46:08.709" v="43"/>
          <ac:spMkLst>
            <pc:docMk/>
            <pc:sldMk cId="4155790466" sldId="310"/>
            <ac:spMk id="2" creationId="{591A2C6C-78E7-AF37-650A-35A3D9F945A0}"/>
          </ac:spMkLst>
        </pc:spChg>
        <pc:spChg chg="mod">
          <ac:chgData name="Lefalahae MODJADJI" userId="34968554-2f37-4c8a-8625-fb70719d2ec7" providerId="ADAL" clId="{63083174-967C-4926-B0F7-FE68DC831079}" dt="2026-10-30T14:48:36.351" v="53"/>
          <ac:spMkLst>
            <pc:docMk/>
            <pc:sldMk cId="4155790466" sldId="310"/>
            <ac:spMk id="3" creationId="{3744D36E-663A-7B7E-A219-CAB79B36A07E}"/>
          </ac:spMkLst>
        </pc:spChg>
      </pc:sldChg>
      <pc:sldChg chg="modSp">
        <pc:chgData name="Lefalahae MODJADJI" userId="34968554-2f37-4c8a-8625-fb70719d2ec7" providerId="ADAL" clId="{63083174-967C-4926-B0F7-FE68DC831079}" dt="2026-10-30T14:49:07.287" v="54"/>
        <pc:sldMkLst>
          <pc:docMk/>
          <pc:sldMk cId="1582268013" sldId="311"/>
        </pc:sldMkLst>
        <pc:spChg chg="mod">
          <ac:chgData name="Lefalahae MODJADJI" userId="34968554-2f37-4c8a-8625-fb70719d2ec7" providerId="ADAL" clId="{63083174-967C-4926-B0F7-FE68DC831079}" dt="2026-10-30T14:46:14.220" v="44"/>
          <ac:spMkLst>
            <pc:docMk/>
            <pc:sldMk cId="1582268013" sldId="311"/>
            <ac:spMk id="2" creationId="{F365FBB7-0D51-5526-7B12-598EAD798443}"/>
          </ac:spMkLst>
        </pc:spChg>
        <pc:spChg chg="mod">
          <ac:chgData name="Lefalahae MODJADJI" userId="34968554-2f37-4c8a-8625-fb70719d2ec7" providerId="ADAL" clId="{63083174-967C-4926-B0F7-FE68DC831079}" dt="2026-10-30T14:49:07.287" v="54"/>
          <ac:spMkLst>
            <pc:docMk/>
            <pc:sldMk cId="1582268013" sldId="311"/>
            <ac:spMk id="3" creationId="{2FF8763E-13E6-355B-A257-1C3539F217EF}"/>
          </ac:spMkLst>
        </pc:spChg>
      </pc:sldChg>
      <pc:sldChg chg="modSp">
        <pc:chgData name="Lefalahae MODJADJI" userId="34968554-2f37-4c8a-8625-fb70719d2ec7" providerId="ADAL" clId="{63083174-967C-4926-B0F7-FE68DC831079}" dt="2026-10-30T14:49:26.735" v="55"/>
        <pc:sldMkLst>
          <pc:docMk/>
          <pc:sldMk cId="3363770769" sldId="312"/>
        </pc:sldMkLst>
        <pc:spChg chg="mod">
          <ac:chgData name="Lefalahae MODJADJI" userId="34968554-2f37-4c8a-8625-fb70719d2ec7" providerId="ADAL" clId="{63083174-967C-4926-B0F7-FE68DC831079}" dt="2026-10-30T14:46:17.130" v="45"/>
          <ac:spMkLst>
            <pc:docMk/>
            <pc:sldMk cId="3363770769" sldId="312"/>
            <ac:spMk id="2" creationId="{1F5889E1-CC41-313D-F1B5-088DA09C2DCA}"/>
          </ac:spMkLst>
        </pc:spChg>
        <pc:spChg chg="mod">
          <ac:chgData name="Lefalahae MODJADJI" userId="34968554-2f37-4c8a-8625-fb70719d2ec7" providerId="ADAL" clId="{63083174-967C-4926-B0F7-FE68DC831079}" dt="2026-10-30T14:49:26.735" v="55"/>
          <ac:spMkLst>
            <pc:docMk/>
            <pc:sldMk cId="3363770769" sldId="312"/>
            <ac:spMk id="3" creationId="{DA6ADFDD-88D4-29E7-846B-6EFDAFFE94D7}"/>
          </ac:spMkLst>
        </pc:spChg>
      </pc:sldChg>
      <pc:sldChg chg="modSp">
        <pc:chgData name="Lefalahae MODJADJI" userId="34968554-2f37-4c8a-8625-fb70719d2ec7" providerId="ADAL" clId="{63083174-967C-4926-B0F7-FE68DC831079}" dt="2026-10-30T14:49:53.393" v="56"/>
        <pc:sldMkLst>
          <pc:docMk/>
          <pc:sldMk cId="3514728203" sldId="313"/>
        </pc:sldMkLst>
        <pc:spChg chg="mod">
          <ac:chgData name="Lefalahae MODJADJI" userId="34968554-2f37-4c8a-8625-fb70719d2ec7" providerId="ADAL" clId="{63083174-967C-4926-B0F7-FE68DC831079}" dt="2026-10-30T14:46:21.358" v="46"/>
          <ac:spMkLst>
            <pc:docMk/>
            <pc:sldMk cId="3514728203" sldId="313"/>
            <ac:spMk id="2" creationId="{8C065ECF-203F-0E3C-A439-B27D356EB78D}"/>
          </ac:spMkLst>
        </pc:spChg>
        <pc:spChg chg="mod">
          <ac:chgData name="Lefalahae MODJADJI" userId="34968554-2f37-4c8a-8625-fb70719d2ec7" providerId="ADAL" clId="{63083174-967C-4926-B0F7-FE68DC831079}" dt="2026-10-30T14:49:53.393" v="56"/>
          <ac:spMkLst>
            <pc:docMk/>
            <pc:sldMk cId="3514728203" sldId="313"/>
            <ac:spMk id="3" creationId="{2D8CC5DA-59B1-541D-E223-F4D030E95255}"/>
          </ac:spMkLst>
        </pc:spChg>
      </pc:sldChg>
      <pc:sldChg chg="modSp">
        <pc:chgData name="Lefalahae MODJADJI" userId="34968554-2f37-4c8a-8625-fb70719d2ec7" providerId="ADAL" clId="{63083174-967C-4926-B0F7-FE68DC831079}" dt="2026-10-30T14:50:07.878" v="57"/>
        <pc:sldMkLst>
          <pc:docMk/>
          <pc:sldMk cId="416537631" sldId="314"/>
        </pc:sldMkLst>
        <pc:spChg chg="mod">
          <ac:chgData name="Lefalahae MODJADJI" userId="34968554-2f37-4c8a-8625-fb70719d2ec7" providerId="ADAL" clId="{63083174-967C-4926-B0F7-FE68DC831079}" dt="2026-10-30T14:46:27.184" v="47"/>
          <ac:spMkLst>
            <pc:docMk/>
            <pc:sldMk cId="416537631" sldId="314"/>
            <ac:spMk id="2" creationId="{2FDD0760-AFE2-0AA8-AA42-F84D36EE7EDD}"/>
          </ac:spMkLst>
        </pc:spChg>
        <pc:spChg chg="mod">
          <ac:chgData name="Lefalahae MODJADJI" userId="34968554-2f37-4c8a-8625-fb70719d2ec7" providerId="ADAL" clId="{63083174-967C-4926-B0F7-FE68DC831079}" dt="2026-10-30T14:50:07.878" v="57"/>
          <ac:spMkLst>
            <pc:docMk/>
            <pc:sldMk cId="416537631" sldId="314"/>
            <ac:spMk id="3" creationId="{1F80805D-0B04-9559-2C60-54EDD7E6D652}"/>
          </ac:spMkLst>
        </pc:spChg>
      </pc:sldChg>
      <pc:sldChg chg="modSp">
        <pc:chgData name="Lefalahae MODJADJI" userId="34968554-2f37-4c8a-8625-fb70719d2ec7" providerId="ADAL" clId="{63083174-967C-4926-B0F7-FE68DC831079}" dt="2026-10-30T14:50:37.557" v="58"/>
        <pc:sldMkLst>
          <pc:docMk/>
          <pc:sldMk cId="655483689" sldId="315"/>
        </pc:sldMkLst>
        <pc:spChg chg="mod">
          <ac:chgData name="Lefalahae MODJADJI" userId="34968554-2f37-4c8a-8625-fb70719d2ec7" providerId="ADAL" clId="{63083174-967C-4926-B0F7-FE68DC831079}" dt="2026-10-30T14:46:30.978" v="48"/>
          <ac:spMkLst>
            <pc:docMk/>
            <pc:sldMk cId="655483689" sldId="315"/>
            <ac:spMk id="2" creationId="{3D547D65-A769-8895-E512-D75892F30EA3}"/>
          </ac:spMkLst>
        </pc:spChg>
        <pc:spChg chg="mod">
          <ac:chgData name="Lefalahae MODJADJI" userId="34968554-2f37-4c8a-8625-fb70719d2ec7" providerId="ADAL" clId="{63083174-967C-4926-B0F7-FE68DC831079}" dt="2026-10-30T14:50:37.557" v="58"/>
          <ac:spMkLst>
            <pc:docMk/>
            <pc:sldMk cId="655483689" sldId="315"/>
            <ac:spMk id="3" creationId="{3507D35E-24E0-DE99-D0B9-7E4BB2143C78}"/>
          </ac:spMkLst>
        </pc:spChg>
      </pc:sldChg>
      <pc:sldChg chg="modSp">
        <pc:chgData name="Lefalahae MODJADJI" userId="34968554-2f37-4c8a-8625-fb70719d2ec7" providerId="ADAL" clId="{63083174-967C-4926-B0F7-FE68DC831079}" dt="2026-10-30T14:51:32.991" v="61"/>
        <pc:sldMkLst>
          <pc:docMk/>
          <pc:sldMk cId="3673748839" sldId="316"/>
        </pc:sldMkLst>
        <pc:spChg chg="mod">
          <ac:chgData name="Lefalahae MODJADJI" userId="34968554-2f37-4c8a-8625-fb70719d2ec7" providerId="ADAL" clId="{63083174-967C-4926-B0F7-FE68DC831079}" dt="2026-10-30T14:51:32.991" v="61"/>
          <ac:spMkLst>
            <pc:docMk/>
            <pc:sldMk cId="3673748839" sldId="316"/>
            <ac:spMk id="2" creationId="{C5D575B6-9984-FA9F-E00C-FBDF2D35113E}"/>
          </ac:spMkLst>
        </pc:spChg>
        <pc:spChg chg="mod">
          <ac:chgData name="Lefalahae MODJADJI" userId="34968554-2f37-4c8a-8625-fb70719d2ec7" providerId="ADAL" clId="{63083174-967C-4926-B0F7-FE68DC831079}" dt="2026-10-30T14:50:59.048" v="59"/>
          <ac:spMkLst>
            <pc:docMk/>
            <pc:sldMk cId="3673748839" sldId="316"/>
            <ac:spMk id="3" creationId="{844880BC-706D-ABAB-ED78-F26343756A1D}"/>
          </ac:spMkLst>
        </pc:spChg>
      </pc:sldChg>
      <pc:sldChg chg="modSp">
        <pc:chgData name="Lefalahae MODJADJI" userId="34968554-2f37-4c8a-8625-fb70719d2ec7" providerId="ADAL" clId="{63083174-967C-4926-B0F7-FE68DC831079}" dt="2026-10-30T14:51:36.283" v="62"/>
        <pc:sldMkLst>
          <pc:docMk/>
          <pc:sldMk cId="879831466" sldId="317"/>
        </pc:sldMkLst>
        <pc:spChg chg="mod">
          <ac:chgData name="Lefalahae MODJADJI" userId="34968554-2f37-4c8a-8625-fb70719d2ec7" providerId="ADAL" clId="{63083174-967C-4926-B0F7-FE68DC831079}" dt="2026-10-30T14:51:36.283" v="62"/>
          <ac:spMkLst>
            <pc:docMk/>
            <pc:sldMk cId="879831466" sldId="317"/>
            <ac:spMk id="2" creationId="{BB92D3E2-9EEE-C26C-723C-A814DB13AF25}"/>
          </ac:spMkLst>
        </pc:spChg>
        <pc:spChg chg="mod">
          <ac:chgData name="Lefalahae MODJADJI" userId="34968554-2f37-4c8a-8625-fb70719d2ec7" providerId="ADAL" clId="{63083174-967C-4926-B0F7-FE68DC831079}" dt="2026-10-30T14:51:20.557" v="60"/>
          <ac:spMkLst>
            <pc:docMk/>
            <pc:sldMk cId="879831466" sldId="317"/>
            <ac:spMk id="3" creationId="{D8794EBD-9FBA-E053-FFD8-2A10FE0D19D3}"/>
          </ac:spMkLst>
        </pc:spChg>
      </pc:sldChg>
      <pc:sldChg chg="modSp">
        <pc:chgData name="Lefalahae MODJADJI" userId="34968554-2f37-4c8a-8625-fb70719d2ec7" providerId="ADAL" clId="{63083174-967C-4926-B0F7-FE68DC831079}" dt="2026-10-30T14:52:21.880" v="68"/>
        <pc:sldMkLst>
          <pc:docMk/>
          <pc:sldMk cId="3325493908" sldId="318"/>
        </pc:sldMkLst>
        <pc:spChg chg="mod">
          <ac:chgData name="Lefalahae MODJADJI" userId="34968554-2f37-4c8a-8625-fb70719d2ec7" providerId="ADAL" clId="{63083174-967C-4926-B0F7-FE68DC831079}" dt="2026-10-30T14:51:46.988" v="63"/>
          <ac:spMkLst>
            <pc:docMk/>
            <pc:sldMk cId="3325493908" sldId="318"/>
            <ac:spMk id="2" creationId="{89CF8F4E-80A5-2443-1A46-91153B5A0A59}"/>
          </ac:spMkLst>
        </pc:spChg>
        <pc:spChg chg="mod">
          <ac:chgData name="Lefalahae MODJADJI" userId="34968554-2f37-4c8a-8625-fb70719d2ec7" providerId="ADAL" clId="{63083174-967C-4926-B0F7-FE68DC831079}" dt="2026-10-30T14:52:21.880" v="68"/>
          <ac:spMkLst>
            <pc:docMk/>
            <pc:sldMk cId="3325493908" sldId="318"/>
            <ac:spMk id="3" creationId="{305B0CF8-2BFC-56AD-B89C-3633CD5AC63C}"/>
          </ac:spMkLst>
        </pc:spChg>
      </pc:sldChg>
      <pc:sldChg chg="modSp">
        <pc:chgData name="Lefalahae MODJADJI" userId="34968554-2f37-4c8a-8625-fb70719d2ec7" providerId="ADAL" clId="{63083174-967C-4926-B0F7-FE68DC831079}" dt="2026-10-30T14:53:23.797" v="71"/>
        <pc:sldMkLst>
          <pc:docMk/>
          <pc:sldMk cId="773904746" sldId="319"/>
        </pc:sldMkLst>
        <pc:spChg chg="mod">
          <ac:chgData name="Lefalahae MODJADJI" userId="34968554-2f37-4c8a-8625-fb70719d2ec7" providerId="ADAL" clId="{63083174-967C-4926-B0F7-FE68DC831079}" dt="2026-10-30T14:51:54.790" v="64"/>
          <ac:spMkLst>
            <pc:docMk/>
            <pc:sldMk cId="773904746" sldId="319"/>
            <ac:spMk id="2" creationId="{D627E877-D8E6-EFAC-A68B-DA302AA8315E}"/>
          </ac:spMkLst>
        </pc:spChg>
        <pc:spChg chg="mod">
          <ac:chgData name="Lefalahae MODJADJI" userId="34968554-2f37-4c8a-8625-fb70719d2ec7" providerId="ADAL" clId="{63083174-967C-4926-B0F7-FE68DC831079}" dt="2026-10-30T14:53:23.797" v="71"/>
          <ac:spMkLst>
            <pc:docMk/>
            <pc:sldMk cId="773904746" sldId="319"/>
            <ac:spMk id="3" creationId="{36DEE767-A355-8F88-077B-ABC62788EBC4}"/>
          </ac:spMkLst>
        </pc:spChg>
      </pc:sldChg>
      <pc:sldChg chg="modSp">
        <pc:chgData name="Lefalahae MODJADJI" userId="34968554-2f37-4c8a-8625-fb70719d2ec7" providerId="ADAL" clId="{63083174-967C-4926-B0F7-FE68DC831079}" dt="2026-10-30T14:53:40.097" v="72"/>
        <pc:sldMkLst>
          <pc:docMk/>
          <pc:sldMk cId="789365043" sldId="320"/>
        </pc:sldMkLst>
        <pc:spChg chg="mod">
          <ac:chgData name="Lefalahae MODJADJI" userId="34968554-2f37-4c8a-8625-fb70719d2ec7" providerId="ADAL" clId="{63083174-967C-4926-B0F7-FE68DC831079}" dt="2026-10-30T14:53:04.747" v="69"/>
          <ac:spMkLst>
            <pc:docMk/>
            <pc:sldMk cId="789365043" sldId="320"/>
            <ac:spMk id="2" creationId="{311F7E89-3767-B648-771A-5978537A86B8}"/>
          </ac:spMkLst>
        </pc:spChg>
        <pc:spChg chg="mod">
          <ac:chgData name="Lefalahae MODJADJI" userId="34968554-2f37-4c8a-8625-fb70719d2ec7" providerId="ADAL" clId="{63083174-967C-4926-B0F7-FE68DC831079}" dt="2026-10-30T14:53:40.097" v="72"/>
          <ac:spMkLst>
            <pc:docMk/>
            <pc:sldMk cId="789365043" sldId="320"/>
            <ac:spMk id="3" creationId="{DFB4E84D-BD2F-7486-3A01-C07C17EC6060}"/>
          </ac:spMkLst>
        </pc:spChg>
      </pc:sldChg>
      <pc:sldChg chg="modSp">
        <pc:chgData name="Lefalahae MODJADJI" userId="34968554-2f37-4c8a-8625-fb70719d2ec7" providerId="ADAL" clId="{63083174-967C-4926-B0F7-FE68DC831079}" dt="2026-10-30T14:55:18.098" v="84"/>
        <pc:sldMkLst>
          <pc:docMk/>
          <pc:sldMk cId="4152778855" sldId="321"/>
        </pc:sldMkLst>
        <pc:spChg chg="mod">
          <ac:chgData name="Lefalahae MODJADJI" userId="34968554-2f37-4c8a-8625-fb70719d2ec7" providerId="ADAL" clId="{63083174-967C-4926-B0F7-FE68DC831079}" dt="2026-10-30T14:53:08.827" v="70"/>
          <ac:spMkLst>
            <pc:docMk/>
            <pc:sldMk cId="4152778855" sldId="321"/>
            <ac:spMk id="2" creationId="{8295742D-A935-282D-8789-F55DF1E5738D}"/>
          </ac:spMkLst>
        </pc:spChg>
        <pc:spChg chg="mod">
          <ac:chgData name="Lefalahae MODJADJI" userId="34968554-2f37-4c8a-8625-fb70719d2ec7" providerId="ADAL" clId="{63083174-967C-4926-B0F7-FE68DC831079}" dt="2026-10-30T14:55:18.098" v="84"/>
          <ac:spMkLst>
            <pc:docMk/>
            <pc:sldMk cId="4152778855" sldId="321"/>
            <ac:spMk id="3" creationId="{0B83996E-B93C-177A-9061-D0F235F05974}"/>
          </ac:spMkLst>
        </pc:spChg>
      </pc:sldChg>
      <pc:sldChg chg="modSp">
        <pc:chgData name="Lefalahae MODJADJI" userId="34968554-2f37-4c8a-8625-fb70719d2ec7" providerId="ADAL" clId="{63083174-967C-4926-B0F7-FE68DC831079}" dt="2026-10-30T14:55:35.455" v="85"/>
        <pc:sldMkLst>
          <pc:docMk/>
          <pc:sldMk cId="3964336597" sldId="322"/>
        </pc:sldMkLst>
        <pc:spChg chg="mod">
          <ac:chgData name="Lefalahae MODJADJI" userId="34968554-2f37-4c8a-8625-fb70719d2ec7" providerId="ADAL" clId="{63083174-967C-4926-B0F7-FE68DC831079}" dt="2026-10-30T14:54:24.207" v="73"/>
          <ac:spMkLst>
            <pc:docMk/>
            <pc:sldMk cId="3964336597" sldId="322"/>
            <ac:spMk id="2" creationId="{5CB5A071-2DFB-E2C3-7908-305AEB8F11EB}"/>
          </ac:spMkLst>
        </pc:spChg>
        <pc:spChg chg="mod">
          <ac:chgData name="Lefalahae MODJADJI" userId="34968554-2f37-4c8a-8625-fb70719d2ec7" providerId="ADAL" clId="{63083174-967C-4926-B0F7-FE68DC831079}" dt="2026-10-30T14:55:35.455" v="85"/>
          <ac:spMkLst>
            <pc:docMk/>
            <pc:sldMk cId="3964336597" sldId="322"/>
            <ac:spMk id="3" creationId="{1E6DE40A-854A-E081-A92F-2CA6F5FBD512}"/>
          </ac:spMkLst>
        </pc:spChg>
      </pc:sldChg>
      <pc:sldChg chg="modSp">
        <pc:chgData name="Lefalahae MODJADJI" userId="34968554-2f37-4c8a-8625-fb70719d2ec7" providerId="ADAL" clId="{63083174-967C-4926-B0F7-FE68DC831079}" dt="2026-10-30T14:55:50.967" v="86"/>
        <pc:sldMkLst>
          <pc:docMk/>
          <pc:sldMk cId="783257720" sldId="323"/>
        </pc:sldMkLst>
        <pc:spChg chg="mod">
          <ac:chgData name="Lefalahae MODJADJI" userId="34968554-2f37-4c8a-8625-fb70719d2ec7" providerId="ADAL" clId="{63083174-967C-4926-B0F7-FE68DC831079}" dt="2026-10-30T14:54:27.346" v="74"/>
          <ac:spMkLst>
            <pc:docMk/>
            <pc:sldMk cId="783257720" sldId="323"/>
            <ac:spMk id="2" creationId="{A3092651-C51E-C6F5-A02A-DE3D027DDA83}"/>
          </ac:spMkLst>
        </pc:spChg>
        <pc:spChg chg="mod">
          <ac:chgData name="Lefalahae MODJADJI" userId="34968554-2f37-4c8a-8625-fb70719d2ec7" providerId="ADAL" clId="{63083174-967C-4926-B0F7-FE68DC831079}" dt="2026-10-30T14:55:50.967" v="86"/>
          <ac:spMkLst>
            <pc:docMk/>
            <pc:sldMk cId="783257720" sldId="323"/>
            <ac:spMk id="3" creationId="{C89BCCA0-1F14-7101-B9FF-0E884C5DD10D}"/>
          </ac:spMkLst>
        </pc:spChg>
      </pc:sldChg>
      <pc:sldChg chg="modSp">
        <pc:chgData name="Lefalahae MODJADJI" userId="34968554-2f37-4c8a-8625-fb70719d2ec7" providerId="ADAL" clId="{63083174-967C-4926-B0F7-FE68DC831079}" dt="2026-10-30T14:56:03.698" v="87"/>
        <pc:sldMkLst>
          <pc:docMk/>
          <pc:sldMk cId="611468434" sldId="324"/>
        </pc:sldMkLst>
        <pc:spChg chg="mod">
          <ac:chgData name="Lefalahae MODJADJI" userId="34968554-2f37-4c8a-8625-fb70719d2ec7" providerId="ADAL" clId="{63083174-967C-4926-B0F7-FE68DC831079}" dt="2026-10-30T14:54:30.904" v="75"/>
          <ac:spMkLst>
            <pc:docMk/>
            <pc:sldMk cId="611468434" sldId="324"/>
            <ac:spMk id="2" creationId="{79EDD6D7-9A22-76D8-46BE-695D74CC6AAC}"/>
          </ac:spMkLst>
        </pc:spChg>
        <pc:spChg chg="mod">
          <ac:chgData name="Lefalahae MODJADJI" userId="34968554-2f37-4c8a-8625-fb70719d2ec7" providerId="ADAL" clId="{63083174-967C-4926-B0F7-FE68DC831079}" dt="2026-10-30T14:56:03.698" v="87"/>
          <ac:spMkLst>
            <pc:docMk/>
            <pc:sldMk cId="611468434" sldId="324"/>
            <ac:spMk id="3" creationId="{65154F52-40DA-2D74-305E-68810C20E397}"/>
          </ac:spMkLst>
        </pc:spChg>
      </pc:sldChg>
      <pc:sldChg chg="modSp">
        <pc:chgData name="Lefalahae MODJADJI" userId="34968554-2f37-4c8a-8625-fb70719d2ec7" providerId="ADAL" clId="{63083174-967C-4926-B0F7-FE68DC831079}" dt="2026-10-30T14:56:13.592" v="88"/>
        <pc:sldMkLst>
          <pc:docMk/>
          <pc:sldMk cId="22553442" sldId="325"/>
        </pc:sldMkLst>
        <pc:spChg chg="mod">
          <ac:chgData name="Lefalahae MODJADJI" userId="34968554-2f37-4c8a-8625-fb70719d2ec7" providerId="ADAL" clId="{63083174-967C-4926-B0F7-FE68DC831079}" dt="2026-10-30T14:54:34.677" v="76"/>
          <ac:spMkLst>
            <pc:docMk/>
            <pc:sldMk cId="22553442" sldId="325"/>
            <ac:spMk id="2" creationId="{3BDFD9E9-1AFF-A2B9-2406-03CE16AFC5ED}"/>
          </ac:spMkLst>
        </pc:spChg>
        <pc:spChg chg="mod">
          <ac:chgData name="Lefalahae MODJADJI" userId="34968554-2f37-4c8a-8625-fb70719d2ec7" providerId="ADAL" clId="{63083174-967C-4926-B0F7-FE68DC831079}" dt="2026-10-30T14:56:13.592" v="88"/>
          <ac:spMkLst>
            <pc:docMk/>
            <pc:sldMk cId="22553442" sldId="325"/>
            <ac:spMk id="3" creationId="{8C9020C3-6FD0-70BF-01BF-537EA79CEA92}"/>
          </ac:spMkLst>
        </pc:spChg>
      </pc:sldChg>
      <pc:sldChg chg="modSp">
        <pc:chgData name="Lefalahae MODJADJI" userId="34968554-2f37-4c8a-8625-fb70719d2ec7" providerId="ADAL" clId="{63083174-967C-4926-B0F7-FE68DC831079}" dt="2026-10-30T14:56:27.707" v="89"/>
        <pc:sldMkLst>
          <pc:docMk/>
          <pc:sldMk cId="2870184592" sldId="326"/>
        </pc:sldMkLst>
        <pc:spChg chg="mod">
          <ac:chgData name="Lefalahae MODJADJI" userId="34968554-2f37-4c8a-8625-fb70719d2ec7" providerId="ADAL" clId="{63083174-967C-4926-B0F7-FE68DC831079}" dt="2026-10-30T14:54:41.307" v="77"/>
          <ac:spMkLst>
            <pc:docMk/>
            <pc:sldMk cId="2870184592" sldId="326"/>
            <ac:spMk id="2" creationId="{2545BD7F-84E5-88C4-461A-D449B7141521}"/>
          </ac:spMkLst>
        </pc:spChg>
        <pc:spChg chg="mod">
          <ac:chgData name="Lefalahae MODJADJI" userId="34968554-2f37-4c8a-8625-fb70719d2ec7" providerId="ADAL" clId="{63083174-967C-4926-B0F7-FE68DC831079}" dt="2026-10-30T14:56:27.707" v="89"/>
          <ac:spMkLst>
            <pc:docMk/>
            <pc:sldMk cId="2870184592" sldId="326"/>
            <ac:spMk id="3" creationId="{89CEAD05-F11E-EC58-3EC3-B381857CFBC1}"/>
          </ac:spMkLst>
        </pc:spChg>
      </pc:sldChg>
      <pc:sldChg chg="modSp">
        <pc:chgData name="Lefalahae MODJADJI" userId="34968554-2f37-4c8a-8625-fb70719d2ec7" providerId="ADAL" clId="{63083174-967C-4926-B0F7-FE68DC831079}" dt="2026-10-30T14:56:43.409" v="90"/>
        <pc:sldMkLst>
          <pc:docMk/>
          <pc:sldMk cId="237298187" sldId="327"/>
        </pc:sldMkLst>
        <pc:spChg chg="mod">
          <ac:chgData name="Lefalahae MODJADJI" userId="34968554-2f37-4c8a-8625-fb70719d2ec7" providerId="ADAL" clId="{63083174-967C-4926-B0F7-FE68DC831079}" dt="2026-10-30T14:54:45.275" v="78"/>
          <ac:spMkLst>
            <pc:docMk/>
            <pc:sldMk cId="237298187" sldId="327"/>
            <ac:spMk id="2" creationId="{7EC314FB-719A-6D9F-0D36-43F37D8284F3}"/>
          </ac:spMkLst>
        </pc:spChg>
        <pc:spChg chg="mod">
          <ac:chgData name="Lefalahae MODJADJI" userId="34968554-2f37-4c8a-8625-fb70719d2ec7" providerId="ADAL" clId="{63083174-967C-4926-B0F7-FE68DC831079}" dt="2026-10-30T14:56:43.409" v="90"/>
          <ac:spMkLst>
            <pc:docMk/>
            <pc:sldMk cId="237298187" sldId="327"/>
            <ac:spMk id="3" creationId="{2DC90B6D-600A-FD91-501E-77A3C6A269C6}"/>
          </ac:spMkLst>
        </pc:spChg>
      </pc:sldChg>
      <pc:sldChg chg="modSp">
        <pc:chgData name="Lefalahae MODJADJI" userId="34968554-2f37-4c8a-8625-fb70719d2ec7" providerId="ADAL" clId="{63083174-967C-4926-B0F7-FE68DC831079}" dt="2026-10-30T14:56:56.364" v="91"/>
        <pc:sldMkLst>
          <pc:docMk/>
          <pc:sldMk cId="1262862836" sldId="328"/>
        </pc:sldMkLst>
        <pc:spChg chg="mod">
          <ac:chgData name="Lefalahae MODJADJI" userId="34968554-2f37-4c8a-8625-fb70719d2ec7" providerId="ADAL" clId="{63083174-967C-4926-B0F7-FE68DC831079}" dt="2026-10-30T14:54:47.937" v="79"/>
          <ac:spMkLst>
            <pc:docMk/>
            <pc:sldMk cId="1262862836" sldId="328"/>
            <ac:spMk id="2" creationId="{5BB9BE61-700D-A31F-8007-7EE44F0426A1}"/>
          </ac:spMkLst>
        </pc:spChg>
        <pc:spChg chg="mod">
          <ac:chgData name="Lefalahae MODJADJI" userId="34968554-2f37-4c8a-8625-fb70719d2ec7" providerId="ADAL" clId="{63083174-967C-4926-B0F7-FE68DC831079}" dt="2026-10-30T14:56:56.364" v="91"/>
          <ac:spMkLst>
            <pc:docMk/>
            <pc:sldMk cId="1262862836" sldId="328"/>
            <ac:spMk id="3" creationId="{54F2F6B5-1998-6400-A467-AC57490D03D5}"/>
          </ac:spMkLst>
        </pc:spChg>
      </pc:sldChg>
      <pc:sldChg chg="modSp">
        <pc:chgData name="Lefalahae MODJADJI" userId="34968554-2f37-4c8a-8625-fb70719d2ec7" providerId="ADAL" clId="{63083174-967C-4926-B0F7-FE68DC831079}" dt="2026-10-30T14:57:17.943" v="92"/>
        <pc:sldMkLst>
          <pc:docMk/>
          <pc:sldMk cId="2805120666" sldId="329"/>
        </pc:sldMkLst>
        <pc:spChg chg="mod">
          <ac:chgData name="Lefalahae MODJADJI" userId="34968554-2f37-4c8a-8625-fb70719d2ec7" providerId="ADAL" clId="{63083174-967C-4926-B0F7-FE68DC831079}" dt="2026-10-30T14:54:50.477" v="80"/>
          <ac:spMkLst>
            <pc:docMk/>
            <pc:sldMk cId="2805120666" sldId="329"/>
            <ac:spMk id="2" creationId="{DB7BFBC5-5BFF-BEF5-63BD-669E698FC1C1}"/>
          </ac:spMkLst>
        </pc:spChg>
        <pc:spChg chg="mod">
          <ac:chgData name="Lefalahae MODJADJI" userId="34968554-2f37-4c8a-8625-fb70719d2ec7" providerId="ADAL" clId="{63083174-967C-4926-B0F7-FE68DC831079}" dt="2026-10-30T14:57:17.943" v="92"/>
          <ac:spMkLst>
            <pc:docMk/>
            <pc:sldMk cId="2805120666" sldId="329"/>
            <ac:spMk id="3" creationId="{9B673FFE-4456-D747-7558-9B03E9988B3B}"/>
          </ac:spMkLst>
        </pc:spChg>
      </pc:sldChg>
      <pc:sldChg chg="modSp">
        <pc:chgData name="Lefalahae MODJADJI" userId="34968554-2f37-4c8a-8625-fb70719d2ec7" providerId="ADAL" clId="{63083174-967C-4926-B0F7-FE68DC831079}" dt="2026-10-30T14:57:33.185" v="93"/>
        <pc:sldMkLst>
          <pc:docMk/>
          <pc:sldMk cId="3313063806" sldId="330"/>
        </pc:sldMkLst>
        <pc:spChg chg="mod">
          <ac:chgData name="Lefalahae MODJADJI" userId="34968554-2f37-4c8a-8625-fb70719d2ec7" providerId="ADAL" clId="{63083174-967C-4926-B0F7-FE68DC831079}" dt="2026-10-30T14:54:53.707" v="81"/>
          <ac:spMkLst>
            <pc:docMk/>
            <pc:sldMk cId="3313063806" sldId="330"/>
            <ac:spMk id="2" creationId="{6CB4151E-6C0D-7677-4830-8707BCB36968}"/>
          </ac:spMkLst>
        </pc:spChg>
        <pc:spChg chg="mod">
          <ac:chgData name="Lefalahae MODJADJI" userId="34968554-2f37-4c8a-8625-fb70719d2ec7" providerId="ADAL" clId="{63083174-967C-4926-B0F7-FE68DC831079}" dt="2026-10-30T14:57:33.185" v="93"/>
          <ac:spMkLst>
            <pc:docMk/>
            <pc:sldMk cId="3313063806" sldId="330"/>
            <ac:spMk id="3" creationId="{1A7F888B-0F1E-88CE-717D-986247ED9AE3}"/>
          </ac:spMkLst>
        </pc:spChg>
      </pc:sldChg>
      <pc:sldChg chg="modSp">
        <pc:chgData name="Lefalahae MODJADJI" userId="34968554-2f37-4c8a-8625-fb70719d2ec7" providerId="ADAL" clId="{63083174-967C-4926-B0F7-FE68DC831079}" dt="2026-10-30T14:57:57.011" v="94"/>
        <pc:sldMkLst>
          <pc:docMk/>
          <pc:sldMk cId="1049015061" sldId="331"/>
        </pc:sldMkLst>
        <pc:spChg chg="mod">
          <ac:chgData name="Lefalahae MODJADJI" userId="34968554-2f37-4c8a-8625-fb70719d2ec7" providerId="ADAL" clId="{63083174-967C-4926-B0F7-FE68DC831079}" dt="2026-10-30T14:54:56.367" v="82"/>
          <ac:spMkLst>
            <pc:docMk/>
            <pc:sldMk cId="1049015061" sldId="331"/>
            <ac:spMk id="2" creationId="{19641B25-03D2-F9B7-8755-26F819B9B91E}"/>
          </ac:spMkLst>
        </pc:spChg>
        <pc:spChg chg="mod">
          <ac:chgData name="Lefalahae MODJADJI" userId="34968554-2f37-4c8a-8625-fb70719d2ec7" providerId="ADAL" clId="{63083174-967C-4926-B0F7-FE68DC831079}" dt="2026-10-30T14:57:57.011" v="94"/>
          <ac:spMkLst>
            <pc:docMk/>
            <pc:sldMk cId="1049015061" sldId="331"/>
            <ac:spMk id="3" creationId="{57216B05-8DA0-A036-544D-9618BB3ECA76}"/>
          </ac:spMkLst>
        </pc:spChg>
      </pc:sldChg>
      <pc:sldChg chg="modSp">
        <pc:chgData name="Lefalahae MODJADJI" userId="34968554-2f37-4c8a-8625-fb70719d2ec7" providerId="ADAL" clId="{63083174-967C-4926-B0F7-FE68DC831079}" dt="2026-10-30T14:58:44.144" v="101"/>
        <pc:sldMkLst>
          <pc:docMk/>
          <pc:sldMk cId="3581957840" sldId="332"/>
        </pc:sldMkLst>
        <pc:spChg chg="mod">
          <ac:chgData name="Lefalahae MODJADJI" userId="34968554-2f37-4c8a-8625-fb70719d2ec7" providerId="ADAL" clId="{63083174-967C-4926-B0F7-FE68DC831079}" dt="2026-10-30T14:54:59.162" v="83"/>
          <ac:spMkLst>
            <pc:docMk/>
            <pc:sldMk cId="3581957840" sldId="332"/>
            <ac:spMk id="2" creationId="{38580AF8-8664-1196-EA47-7DA8BF17D973}"/>
          </ac:spMkLst>
        </pc:spChg>
        <pc:spChg chg="mod">
          <ac:chgData name="Lefalahae MODJADJI" userId="34968554-2f37-4c8a-8625-fb70719d2ec7" providerId="ADAL" clId="{63083174-967C-4926-B0F7-FE68DC831079}" dt="2026-10-30T14:58:44.144" v="101"/>
          <ac:spMkLst>
            <pc:docMk/>
            <pc:sldMk cId="3581957840" sldId="332"/>
            <ac:spMk id="3" creationId="{53832C0E-4A8A-C54E-14D2-855823A2C489}"/>
          </ac:spMkLst>
        </pc:spChg>
      </pc:sldChg>
      <pc:sldChg chg="modSp">
        <pc:chgData name="Lefalahae MODJADJI" userId="34968554-2f37-4c8a-8625-fb70719d2ec7" providerId="ADAL" clId="{63083174-967C-4926-B0F7-FE68DC831079}" dt="2026-10-30T14:59:00.367" v="102"/>
        <pc:sldMkLst>
          <pc:docMk/>
          <pc:sldMk cId="3718650919" sldId="333"/>
        </pc:sldMkLst>
        <pc:spChg chg="mod">
          <ac:chgData name="Lefalahae MODJADJI" userId="34968554-2f37-4c8a-8625-fb70719d2ec7" providerId="ADAL" clId="{63083174-967C-4926-B0F7-FE68DC831079}" dt="2026-10-30T14:58:15.180" v="95"/>
          <ac:spMkLst>
            <pc:docMk/>
            <pc:sldMk cId="3718650919" sldId="333"/>
            <ac:spMk id="2" creationId="{88036AE7-C437-EFEB-935A-F62C9BE7992C}"/>
          </ac:spMkLst>
        </pc:spChg>
        <pc:spChg chg="mod">
          <ac:chgData name="Lefalahae MODJADJI" userId="34968554-2f37-4c8a-8625-fb70719d2ec7" providerId="ADAL" clId="{63083174-967C-4926-B0F7-FE68DC831079}" dt="2026-10-30T14:59:00.367" v="102"/>
          <ac:spMkLst>
            <pc:docMk/>
            <pc:sldMk cId="3718650919" sldId="333"/>
            <ac:spMk id="3" creationId="{16B55E3E-C408-61C4-1EF9-31A1A1BE14C1}"/>
          </ac:spMkLst>
        </pc:spChg>
      </pc:sldChg>
      <pc:sldChg chg="modSp">
        <pc:chgData name="Lefalahae MODJADJI" userId="34968554-2f37-4c8a-8625-fb70719d2ec7" providerId="ADAL" clId="{63083174-967C-4926-B0F7-FE68DC831079}" dt="2026-10-30T14:59:26.617" v="103"/>
        <pc:sldMkLst>
          <pc:docMk/>
          <pc:sldMk cId="2811285626" sldId="334"/>
        </pc:sldMkLst>
        <pc:spChg chg="mod">
          <ac:chgData name="Lefalahae MODJADJI" userId="34968554-2f37-4c8a-8625-fb70719d2ec7" providerId="ADAL" clId="{63083174-967C-4926-B0F7-FE68DC831079}" dt="2026-10-30T14:58:17.847" v="96"/>
          <ac:spMkLst>
            <pc:docMk/>
            <pc:sldMk cId="2811285626" sldId="334"/>
            <ac:spMk id="2" creationId="{D4A2302E-D853-3716-E222-476EE7AE10B4}"/>
          </ac:spMkLst>
        </pc:spChg>
        <pc:spChg chg="mod">
          <ac:chgData name="Lefalahae MODJADJI" userId="34968554-2f37-4c8a-8625-fb70719d2ec7" providerId="ADAL" clId="{63083174-967C-4926-B0F7-FE68DC831079}" dt="2026-10-30T14:59:26.617" v="103"/>
          <ac:spMkLst>
            <pc:docMk/>
            <pc:sldMk cId="2811285626" sldId="334"/>
            <ac:spMk id="3" creationId="{331B883D-52D2-F026-1020-8B9AE6FD3403}"/>
          </ac:spMkLst>
        </pc:spChg>
      </pc:sldChg>
      <pc:sldChg chg="modSp">
        <pc:chgData name="Lefalahae MODJADJI" userId="34968554-2f37-4c8a-8625-fb70719d2ec7" providerId="ADAL" clId="{63083174-967C-4926-B0F7-FE68DC831079}" dt="2026-10-30T14:59:37.167" v="104"/>
        <pc:sldMkLst>
          <pc:docMk/>
          <pc:sldMk cId="3612065139" sldId="335"/>
        </pc:sldMkLst>
        <pc:spChg chg="mod">
          <ac:chgData name="Lefalahae MODJADJI" userId="34968554-2f37-4c8a-8625-fb70719d2ec7" providerId="ADAL" clId="{63083174-967C-4926-B0F7-FE68DC831079}" dt="2026-10-30T14:58:20.435" v="97"/>
          <ac:spMkLst>
            <pc:docMk/>
            <pc:sldMk cId="3612065139" sldId="335"/>
            <ac:spMk id="2" creationId="{32732593-D0C5-616F-5AF1-15DA62F3B7D8}"/>
          </ac:spMkLst>
        </pc:spChg>
        <pc:spChg chg="mod">
          <ac:chgData name="Lefalahae MODJADJI" userId="34968554-2f37-4c8a-8625-fb70719d2ec7" providerId="ADAL" clId="{63083174-967C-4926-B0F7-FE68DC831079}" dt="2026-10-30T14:59:37.167" v="104"/>
          <ac:spMkLst>
            <pc:docMk/>
            <pc:sldMk cId="3612065139" sldId="335"/>
            <ac:spMk id="3" creationId="{F3FA4B4D-B843-5CF6-2150-1A5C3341D94F}"/>
          </ac:spMkLst>
        </pc:spChg>
      </pc:sldChg>
      <pc:sldChg chg="modSp">
        <pc:chgData name="Lefalahae MODJADJI" userId="34968554-2f37-4c8a-8625-fb70719d2ec7" providerId="ADAL" clId="{63083174-967C-4926-B0F7-FE68DC831079}" dt="2026-10-30T14:59:52.161" v="105"/>
        <pc:sldMkLst>
          <pc:docMk/>
          <pc:sldMk cId="2036329140" sldId="336"/>
        </pc:sldMkLst>
        <pc:spChg chg="mod">
          <ac:chgData name="Lefalahae MODJADJI" userId="34968554-2f37-4c8a-8625-fb70719d2ec7" providerId="ADAL" clId="{63083174-967C-4926-B0F7-FE68DC831079}" dt="2026-10-30T14:58:23.041" v="98"/>
          <ac:spMkLst>
            <pc:docMk/>
            <pc:sldMk cId="2036329140" sldId="336"/>
            <ac:spMk id="2" creationId="{D3B5328F-526F-9896-E098-7A014EAD373C}"/>
          </ac:spMkLst>
        </pc:spChg>
        <pc:spChg chg="mod">
          <ac:chgData name="Lefalahae MODJADJI" userId="34968554-2f37-4c8a-8625-fb70719d2ec7" providerId="ADAL" clId="{63083174-967C-4926-B0F7-FE68DC831079}" dt="2026-10-30T14:59:52.161" v="105"/>
          <ac:spMkLst>
            <pc:docMk/>
            <pc:sldMk cId="2036329140" sldId="336"/>
            <ac:spMk id="3" creationId="{F4563082-CA0F-934D-2C81-4D0A46D0243C}"/>
          </ac:spMkLst>
        </pc:spChg>
      </pc:sldChg>
      <pc:sldChg chg="modSp">
        <pc:chgData name="Lefalahae MODJADJI" userId="34968554-2f37-4c8a-8625-fb70719d2ec7" providerId="ADAL" clId="{63083174-967C-4926-B0F7-FE68DC831079}" dt="2026-10-30T15:00:05.377" v="106"/>
        <pc:sldMkLst>
          <pc:docMk/>
          <pc:sldMk cId="767560368" sldId="337"/>
        </pc:sldMkLst>
        <pc:spChg chg="mod">
          <ac:chgData name="Lefalahae MODJADJI" userId="34968554-2f37-4c8a-8625-fb70719d2ec7" providerId="ADAL" clId="{63083174-967C-4926-B0F7-FE68DC831079}" dt="2026-10-30T14:58:26.662" v="99"/>
          <ac:spMkLst>
            <pc:docMk/>
            <pc:sldMk cId="767560368" sldId="337"/>
            <ac:spMk id="2" creationId="{06BBF5C7-C410-3FA7-0D0C-7F3D39D0B67C}"/>
          </ac:spMkLst>
        </pc:spChg>
        <pc:spChg chg="mod">
          <ac:chgData name="Lefalahae MODJADJI" userId="34968554-2f37-4c8a-8625-fb70719d2ec7" providerId="ADAL" clId="{63083174-967C-4926-B0F7-FE68DC831079}" dt="2026-10-30T15:00:05.377" v="106"/>
          <ac:spMkLst>
            <pc:docMk/>
            <pc:sldMk cId="767560368" sldId="337"/>
            <ac:spMk id="3" creationId="{47997112-67FD-EE93-DE82-7B77E4BFECEF}"/>
          </ac:spMkLst>
        </pc:spChg>
      </pc:sldChg>
      <pc:sldChg chg="addSp delSp modSp">
        <pc:chgData name="Lefalahae MODJADJI" userId="34968554-2f37-4c8a-8625-fb70719d2ec7" providerId="ADAL" clId="{63083174-967C-4926-B0F7-FE68DC831079}" dt="2026-10-30T15:01:32.781" v="108"/>
        <pc:sldMkLst>
          <pc:docMk/>
          <pc:sldMk cId="92698138" sldId="338"/>
        </pc:sldMkLst>
        <pc:spChg chg="mod">
          <ac:chgData name="Lefalahae MODJADJI" userId="34968554-2f37-4c8a-8625-fb70719d2ec7" providerId="ADAL" clId="{63083174-967C-4926-B0F7-FE68DC831079}" dt="2026-10-30T14:58:29.782" v="100"/>
          <ac:spMkLst>
            <pc:docMk/>
            <pc:sldMk cId="92698138" sldId="338"/>
            <ac:spMk id="2" creationId="{1BF9F385-EDFC-8BA1-48AA-22D4AC04657B}"/>
          </ac:spMkLst>
        </pc:spChg>
        <pc:spChg chg="add del mod">
          <ac:chgData name="Lefalahae MODJADJI" userId="34968554-2f37-4c8a-8625-fb70719d2ec7" providerId="ADAL" clId="{63083174-967C-4926-B0F7-FE68DC831079}" dt="2026-10-30T15:01:32.781" v="108"/>
          <ac:spMkLst>
            <pc:docMk/>
            <pc:sldMk cId="92698138" sldId="338"/>
            <ac:spMk id="4" creationId="{CC057159-BCEB-BB5D-FED0-B3A80E280753}"/>
          </ac:spMkLst>
        </pc:spChg>
      </pc:sldChg>
      <pc:sldChg chg="modSp">
        <pc:chgData name="Lefalahae MODJADJI" userId="34968554-2f37-4c8a-8625-fb70719d2ec7" providerId="ADAL" clId="{63083174-967C-4926-B0F7-FE68DC831079}" dt="2026-10-30T15:01:42.143" v="109"/>
        <pc:sldMkLst>
          <pc:docMk/>
          <pc:sldMk cId="2755648968" sldId="339"/>
        </pc:sldMkLst>
        <pc:spChg chg="mod">
          <ac:chgData name="Lefalahae MODJADJI" userId="34968554-2f37-4c8a-8625-fb70719d2ec7" providerId="ADAL" clId="{63083174-967C-4926-B0F7-FE68DC831079}" dt="2026-10-30T15:01:42.143" v="109"/>
          <ac:spMkLst>
            <pc:docMk/>
            <pc:sldMk cId="2755648968" sldId="339"/>
            <ac:spMk id="2" creationId="{A189FE5E-9A78-DFED-1EF2-734410EA6788}"/>
          </ac:spMkLst>
        </pc:spChg>
      </pc:sldChg>
      <pc:sldChg chg="modSp">
        <pc:chgData name="Lefalahae MODJADJI" userId="34968554-2f37-4c8a-8625-fb70719d2ec7" providerId="ADAL" clId="{63083174-967C-4926-B0F7-FE68DC831079}" dt="2026-10-30T15:14:36.577" v="137"/>
        <pc:sldMkLst>
          <pc:docMk/>
          <pc:sldMk cId="554335938" sldId="340"/>
        </pc:sldMkLst>
        <pc:spChg chg="mod">
          <ac:chgData name="Lefalahae MODJADJI" userId="34968554-2f37-4c8a-8625-fb70719d2ec7" providerId="ADAL" clId="{63083174-967C-4926-B0F7-FE68DC831079}" dt="2026-10-30T15:08:20.900" v="121"/>
          <ac:spMkLst>
            <pc:docMk/>
            <pc:sldMk cId="554335938" sldId="340"/>
            <ac:spMk id="2" creationId="{285A21EC-2761-E109-8109-0342C284DDC4}"/>
          </ac:spMkLst>
        </pc:spChg>
        <pc:spChg chg="mod">
          <ac:chgData name="Lefalahae MODJADJI" userId="34968554-2f37-4c8a-8625-fb70719d2ec7" providerId="ADAL" clId="{63083174-967C-4926-B0F7-FE68DC831079}" dt="2026-10-30T15:14:36.577" v="137"/>
          <ac:spMkLst>
            <pc:docMk/>
            <pc:sldMk cId="554335938" sldId="340"/>
            <ac:spMk id="9" creationId="{20F78A51-633B-551F-97BA-289F544815AB}"/>
          </ac:spMkLst>
        </pc:spChg>
      </pc:sldChg>
      <pc:sldChg chg="modSp">
        <pc:chgData name="Lefalahae MODJADJI" userId="34968554-2f37-4c8a-8625-fb70719d2ec7" providerId="ADAL" clId="{63083174-967C-4926-B0F7-FE68DC831079}" dt="2026-10-30T15:01:45.101" v="110"/>
        <pc:sldMkLst>
          <pc:docMk/>
          <pc:sldMk cId="2390893856" sldId="341"/>
        </pc:sldMkLst>
        <pc:spChg chg="mod">
          <ac:chgData name="Lefalahae MODJADJI" userId="34968554-2f37-4c8a-8625-fb70719d2ec7" providerId="ADAL" clId="{63083174-967C-4926-B0F7-FE68DC831079}" dt="2026-10-30T15:01:45.101" v="110"/>
          <ac:spMkLst>
            <pc:docMk/>
            <pc:sldMk cId="2390893856" sldId="341"/>
            <ac:spMk id="2" creationId="{63ABB471-17B9-B9A9-80AA-BEF296C9D13A}"/>
          </ac:spMkLst>
        </pc:spChg>
      </pc:sldChg>
      <pc:sldChg chg="modSp">
        <pc:chgData name="Lefalahae MODJADJI" userId="34968554-2f37-4c8a-8625-fb70719d2ec7" providerId="ADAL" clId="{63083174-967C-4926-B0F7-FE68DC831079}" dt="2026-10-30T15:01:48.107" v="111"/>
        <pc:sldMkLst>
          <pc:docMk/>
          <pc:sldMk cId="3452654964" sldId="342"/>
        </pc:sldMkLst>
        <pc:spChg chg="mod">
          <ac:chgData name="Lefalahae MODJADJI" userId="34968554-2f37-4c8a-8625-fb70719d2ec7" providerId="ADAL" clId="{63083174-967C-4926-B0F7-FE68DC831079}" dt="2026-10-30T15:01:48.107" v="111"/>
          <ac:spMkLst>
            <pc:docMk/>
            <pc:sldMk cId="3452654964" sldId="342"/>
            <ac:spMk id="2" creationId="{2C28C5EA-DA21-ED99-8F3B-EC0F3E611B4C}"/>
          </ac:spMkLst>
        </pc:spChg>
      </pc:sldChg>
      <pc:sldChg chg="modSp">
        <pc:chgData name="Lefalahae MODJADJI" userId="34968554-2f37-4c8a-8625-fb70719d2ec7" providerId="ADAL" clId="{63083174-967C-4926-B0F7-FE68DC831079}" dt="2026-10-30T15:01:51.659" v="112"/>
        <pc:sldMkLst>
          <pc:docMk/>
          <pc:sldMk cId="3780572778" sldId="343"/>
        </pc:sldMkLst>
        <pc:spChg chg="mod">
          <ac:chgData name="Lefalahae MODJADJI" userId="34968554-2f37-4c8a-8625-fb70719d2ec7" providerId="ADAL" clId="{63083174-967C-4926-B0F7-FE68DC831079}" dt="2026-10-30T15:01:51.659" v="112"/>
          <ac:spMkLst>
            <pc:docMk/>
            <pc:sldMk cId="3780572778" sldId="343"/>
            <ac:spMk id="2" creationId="{57C533F3-815C-9B62-C6EB-D79496D05FB1}"/>
          </ac:spMkLst>
        </pc:spChg>
      </pc:sldChg>
      <pc:sldChg chg="modSp">
        <pc:chgData name="Lefalahae MODJADJI" userId="34968554-2f37-4c8a-8625-fb70719d2ec7" providerId="ADAL" clId="{63083174-967C-4926-B0F7-FE68DC831079}" dt="2026-10-30T15:01:54.717" v="113"/>
        <pc:sldMkLst>
          <pc:docMk/>
          <pc:sldMk cId="2859139379" sldId="344"/>
        </pc:sldMkLst>
        <pc:spChg chg="mod">
          <ac:chgData name="Lefalahae MODJADJI" userId="34968554-2f37-4c8a-8625-fb70719d2ec7" providerId="ADAL" clId="{63083174-967C-4926-B0F7-FE68DC831079}" dt="2026-10-30T15:01:54.717" v="113"/>
          <ac:spMkLst>
            <pc:docMk/>
            <pc:sldMk cId="2859139379" sldId="344"/>
            <ac:spMk id="2" creationId="{A243E790-656D-82BE-C995-9F2D4E711763}"/>
          </ac:spMkLst>
        </pc:spChg>
      </pc:sldChg>
      <pc:sldChg chg="modSp">
        <pc:chgData name="Lefalahae MODJADJI" userId="34968554-2f37-4c8a-8625-fb70719d2ec7" providerId="ADAL" clId="{63083174-967C-4926-B0F7-FE68DC831079}" dt="2026-10-30T15:01:58.930" v="114"/>
        <pc:sldMkLst>
          <pc:docMk/>
          <pc:sldMk cId="1374147445" sldId="345"/>
        </pc:sldMkLst>
        <pc:spChg chg="mod">
          <ac:chgData name="Lefalahae MODJADJI" userId="34968554-2f37-4c8a-8625-fb70719d2ec7" providerId="ADAL" clId="{63083174-967C-4926-B0F7-FE68DC831079}" dt="2026-10-30T15:01:58.930" v="114"/>
          <ac:spMkLst>
            <pc:docMk/>
            <pc:sldMk cId="1374147445" sldId="345"/>
            <ac:spMk id="2" creationId="{CC865A22-0209-5549-FBD2-383B03992BDF}"/>
          </ac:spMkLst>
        </pc:spChg>
      </pc:sldChg>
      <pc:sldChg chg="modSp">
        <pc:chgData name="Lefalahae MODJADJI" userId="34968554-2f37-4c8a-8625-fb70719d2ec7" providerId="ADAL" clId="{63083174-967C-4926-B0F7-FE68DC831079}" dt="2026-10-30T15:02:01.698" v="115"/>
        <pc:sldMkLst>
          <pc:docMk/>
          <pc:sldMk cId="3167460505" sldId="346"/>
        </pc:sldMkLst>
        <pc:spChg chg="mod">
          <ac:chgData name="Lefalahae MODJADJI" userId="34968554-2f37-4c8a-8625-fb70719d2ec7" providerId="ADAL" clId="{63083174-967C-4926-B0F7-FE68DC831079}" dt="2026-10-30T15:02:01.698" v="115"/>
          <ac:spMkLst>
            <pc:docMk/>
            <pc:sldMk cId="3167460505" sldId="346"/>
            <ac:spMk id="2" creationId="{0C8E7EEF-DC51-B756-345D-0E8EAB906EB9}"/>
          </ac:spMkLst>
        </pc:spChg>
      </pc:sldChg>
      <pc:sldChg chg="modSp">
        <pc:chgData name="Lefalahae MODJADJI" userId="34968554-2f37-4c8a-8625-fb70719d2ec7" providerId="ADAL" clId="{63083174-967C-4926-B0F7-FE68DC831079}" dt="2026-10-30T15:02:04.674" v="116"/>
        <pc:sldMkLst>
          <pc:docMk/>
          <pc:sldMk cId="3301519117" sldId="347"/>
        </pc:sldMkLst>
        <pc:spChg chg="mod">
          <ac:chgData name="Lefalahae MODJADJI" userId="34968554-2f37-4c8a-8625-fb70719d2ec7" providerId="ADAL" clId="{63083174-967C-4926-B0F7-FE68DC831079}" dt="2026-10-30T15:02:04.674" v="116"/>
          <ac:spMkLst>
            <pc:docMk/>
            <pc:sldMk cId="3301519117" sldId="347"/>
            <ac:spMk id="2" creationId="{1B47D798-1045-AF71-B884-DD8712CB553B}"/>
          </ac:spMkLst>
        </pc:spChg>
      </pc:sldChg>
      <pc:sldChg chg="modSp">
        <pc:chgData name="Lefalahae MODJADJI" userId="34968554-2f37-4c8a-8625-fb70719d2ec7" providerId="ADAL" clId="{63083174-967C-4926-B0F7-FE68DC831079}" dt="2026-10-30T15:02:07.631" v="117"/>
        <pc:sldMkLst>
          <pc:docMk/>
          <pc:sldMk cId="2656776172" sldId="348"/>
        </pc:sldMkLst>
        <pc:spChg chg="mod">
          <ac:chgData name="Lefalahae MODJADJI" userId="34968554-2f37-4c8a-8625-fb70719d2ec7" providerId="ADAL" clId="{63083174-967C-4926-B0F7-FE68DC831079}" dt="2026-10-30T15:02:07.631" v="117"/>
          <ac:spMkLst>
            <pc:docMk/>
            <pc:sldMk cId="2656776172" sldId="348"/>
            <ac:spMk id="2" creationId="{0891CA7A-2381-E523-D502-0A0F9A0D7F3A}"/>
          </ac:spMkLst>
        </pc:spChg>
      </pc:sldChg>
      <pc:sldChg chg="addSp modSp">
        <pc:chgData name="Lefalahae MODJADJI" userId="34968554-2f37-4c8a-8625-fb70719d2ec7" providerId="ADAL" clId="{63083174-967C-4926-B0F7-FE68DC831079}" dt="2026-10-30T15:09:28.561" v="132"/>
        <pc:sldMkLst>
          <pc:docMk/>
          <pc:sldMk cId="3065105138" sldId="349"/>
        </pc:sldMkLst>
        <pc:spChg chg="mod">
          <ac:chgData name="Lefalahae MODJADJI" userId="34968554-2f37-4c8a-8625-fb70719d2ec7" providerId="ADAL" clId="{63083174-967C-4926-B0F7-FE68DC831079}" dt="2026-10-30T15:02:10.259" v="118"/>
          <ac:spMkLst>
            <pc:docMk/>
            <pc:sldMk cId="3065105138" sldId="349"/>
            <ac:spMk id="2" creationId="{657CEE65-62E9-CA6B-4793-65FB57D11354}"/>
          </ac:spMkLst>
        </pc:spChg>
        <pc:spChg chg="mod">
          <ac:chgData name="Lefalahae MODJADJI" userId="34968554-2f37-4c8a-8625-fb70719d2ec7" providerId="ADAL" clId="{63083174-967C-4926-B0F7-FE68DC831079}" dt="2026-10-30T15:09:13.317" v="131"/>
          <ac:spMkLst>
            <pc:docMk/>
            <pc:sldMk cId="3065105138" sldId="349"/>
            <ac:spMk id="3" creationId="{CBC4A61C-5A47-1B29-C29F-BDC464CBF851}"/>
          </ac:spMkLst>
        </pc:spChg>
        <pc:picChg chg="add mod">
          <ac:chgData name="Lefalahae MODJADJI" userId="34968554-2f37-4c8a-8625-fb70719d2ec7" providerId="ADAL" clId="{63083174-967C-4926-B0F7-FE68DC831079}" dt="2026-10-30T15:09:28.561" v="132"/>
          <ac:picMkLst>
            <pc:docMk/>
            <pc:sldMk cId="3065105138" sldId="349"/>
            <ac:picMk id="4" creationId="{510FE148-F089-B4F1-3267-3D6B1A501653}"/>
          </ac:picMkLst>
        </pc:picChg>
      </pc:sldChg>
      <pc:sldChg chg="addSp delSp modSp">
        <pc:chgData name="Lefalahae MODJADJI" userId="34968554-2f37-4c8a-8625-fb70719d2ec7" providerId="ADAL" clId="{63083174-967C-4926-B0F7-FE68DC831079}" dt="2026-10-30T15:11:09.198" v="136"/>
        <pc:sldMkLst>
          <pc:docMk/>
          <pc:sldMk cId="4290178892" sldId="350"/>
        </pc:sldMkLst>
        <pc:spChg chg="mod">
          <ac:chgData name="Lefalahae MODJADJI" userId="34968554-2f37-4c8a-8625-fb70719d2ec7" providerId="ADAL" clId="{63083174-967C-4926-B0F7-FE68DC831079}" dt="2026-10-30T15:08:16.839" v="120"/>
          <ac:spMkLst>
            <pc:docMk/>
            <pc:sldMk cId="4290178892" sldId="350"/>
            <ac:spMk id="2" creationId="{17B575BB-B074-4F09-E131-8E564CFBAFEC}"/>
          </ac:spMkLst>
        </pc:spChg>
        <pc:spChg chg="add del mod">
          <ac:chgData name="Lefalahae MODJADJI" userId="34968554-2f37-4c8a-8625-fb70719d2ec7" providerId="ADAL" clId="{63083174-967C-4926-B0F7-FE68DC831079}" dt="2026-10-30T15:10:52.957" v="135"/>
          <ac:spMkLst>
            <pc:docMk/>
            <pc:sldMk cId="4290178892" sldId="350"/>
            <ac:spMk id="3" creationId="{6FCBF017-819C-581B-34C1-07A239F88923}"/>
          </ac:spMkLst>
        </pc:spChg>
        <pc:picChg chg="add mod">
          <ac:chgData name="Lefalahae MODJADJI" userId="34968554-2f37-4c8a-8625-fb70719d2ec7" providerId="ADAL" clId="{63083174-967C-4926-B0F7-FE68DC831079}" dt="2026-10-30T15:10:43.230" v="134"/>
          <ac:picMkLst>
            <pc:docMk/>
            <pc:sldMk cId="4290178892" sldId="350"/>
            <ac:picMk id="4" creationId="{0498E9F3-1BC5-11F4-B2AC-91D4064105D9}"/>
          </ac:picMkLst>
        </pc:picChg>
        <pc:picChg chg="add mod">
          <ac:chgData name="Lefalahae MODJADJI" userId="34968554-2f37-4c8a-8625-fb70719d2ec7" providerId="ADAL" clId="{63083174-967C-4926-B0F7-FE68DC831079}" dt="2026-10-30T15:11:09.198" v="136"/>
          <ac:picMkLst>
            <pc:docMk/>
            <pc:sldMk cId="4290178892" sldId="350"/>
            <ac:picMk id="5" creationId="{E0AF41A9-EFDF-F078-F40C-4AE698BCEF87}"/>
          </ac:picMkLst>
        </pc:picChg>
      </pc:sldChg>
      <pc:sldChg chg="modSp">
        <pc:chgData name="Lefalahae MODJADJI" userId="34968554-2f37-4c8a-8625-fb70719d2ec7" providerId="ADAL" clId="{63083174-967C-4926-B0F7-FE68DC831079}" dt="2026-10-30T15:08:27.117" v="122"/>
        <pc:sldMkLst>
          <pc:docMk/>
          <pc:sldMk cId="2861264042" sldId="351"/>
        </pc:sldMkLst>
        <pc:spChg chg="mod">
          <ac:chgData name="Lefalahae MODJADJI" userId="34968554-2f37-4c8a-8625-fb70719d2ec7" providerId="ADAL" clId="{63083174-967C-4926-B0F7-FE68DC831079}" dt="2026-10-30T15:08:27.117" v="122"/>
          <ac:spMkLst>
            <pc:docMk/>
            <pc:sldMk cId="2861264042" sldId="351"/>
            <ac:spMk id="2" creationId="{05F115CE-48E0-83E0-B383-FDE63271B37A}"/>
          </ac:spMkLst>
        </pc:spChg>
      </pc:sldChg>
      <pc:sldChg chg="addSp modSp">
        <pc:chgData name="Lefalahae MODJADJI" userId="34968554-2f37-4c8a-8625-fb70719d2ec7" providerId="ADAL" clId="{63083174-967C-4926-B0F7-FE68DC831079}" dt="2026-10-30T15:20:37.247" v="149" actId="1076"/>
        <pc:sldMkLst>
          <pc:docMk/>
          <pc:sldMk cId="3461911806" sldId="351"/>
        </pc:sldMkLst>
        <pc:spChg chg="mod">
          <ac:chgData name="Lefalahae MODJADJI" userId="34968554-2f37-4c8a-8625-fb70719d2ec7" providerId="ADAL" clId="{63083174-967C-4926-B0F7-FE68DC831079}" dt="2026-10-30T15:18:47.156" v="140"/>
          <ac:spMkLst>
            <pc:docMk/>
            <pc:sldMk cId="3461911806" sldId="351"/>
            <ac:spMk id="2" creationId="{678E1D0F-6EC0-E5A0-D45B-5CACD3203AE5}"/>
          </ac:spMkLst>
        </pc:spChg>
        <pc:spChg chg="add mod">
          <ac:chgData name="Lefalahae MODJADJI" userId="34968554-2f37-4c8a-8625-fb70719d2ec7" providerId="ADAL" clId="{63083174-967C-4926-B0F7-FE68DC831079}" dt="2026-10-30T15:20:37.247" v="149" actId="1076"/>
          <ac:spMkLst>
            <pc:docMk/>
            <pc:sldMk cId="3461911806" sldId="351"/>
            <ac:spMk id="4" creationId="{D205AECF-C121-0074-83ED-2ECE12A69DE8}"/>
          </ac:spMkLst>
        </pc:spChg>
        <pc:picChg chg="add mod">
          <ac:chgData name="Lefalahae MODJADJI" userId="34968554-2f37-4c8a-8625-fb70719d2ec7" providerId="ADAL" clId="{63083174-967C-4926-B0F7-FE68DC831079}" dt="2026-10-30T15:20:31.773" v="148" actId="1076"/>
          <ac:picMkLst>
            <pc:docMk/>
            <pc:sldMk cId="3461911806" sldId="351"/>
            <ac:picMk id="1025" creationId="{7D01461A-D2D1-0BE9-93D7-97A7DAC39C76}"/>
          </ac:picMkLst>
        </pc:picChg>
      </pc:sldChg>
      <pc:sldChg chg="addSp delSp modSp">
        <pc:chgData name="Lefalahae MODJADJI" userId="34968554-2f37-4c8a-8625-fb70719d2ec7" providerId="ADAL" clId="{63083174-967C-4926-B0F7-FE68DC831079}" dt="2026-10-30T15:23:02.036" v="164" actId="478"/>
        <pc:sldMkLst>
          <pc:docMk/>
          <pc:sldMk cId="582842944" sldId="352"/>
        </pc:sldMkLst>
        <pc:spChg chg="mod">
          <ac:chgData name="Lefalahae MODJADJI" userId="34968554-2f37-4c8a-8625-fb70719d2ec7" providerId="ADAL" clId="{63083174-967C-4926-B0F7-FE68DC831079}" dt="2026-10-30T15:18:50.299" v="141"/>
          <ac:spMkLst>
            <pc:docMk/>
            <pc:sldMk cId="582842944" sldId="352"/>
            <ac:spMk id="2" creationId="{0EC11848-3939-A53D-E0C4-D578A0B56CF2}"/>
          </ac:spMkLst>
        </pc:spChg>
        <pc:spChg chg="add mod">
          <ac:chgData name="Lefalahae MODJADJI" userId="34968554-2f37-4c8a-8625-fb70719d2ec7" providerId="ADAL" clId="{63083174-967C-4926-B0F7-FE68DC831079}" dt="2026-10-30T15:22:03.277" v="155" actId="1076"/>
          <ac:spMkLst>
            <pc:docMk/>
            <pc:sldMk cId="582842944" sldId="352"/>
            <ac:spMk id="4" creationId="{37A5C890-C510-0C63-6265-14E45AC96715}"/>
          </ac:spMkLst>
        </pc:spChg>
        <pc:spChg chg="add mod">
          <ac:chgData name="Lefalahae MODJADJI" userId="34968554-2f37-4c8a-8625-fb70719d2ec7" providerId="ADAL" clId="{63083174-967C-4926-B0F7-FE68DC831079}" dt="2026-10-30T15:22:03.277" v="155" actId="1076"/>
          <ac:spMkLst>
            <pc:docMk/>
            <pc:sldMk cId="582842944" sldId="352"/>
            <ac:spMk id="5" creationId="{EBD9192E-A573-3199-C973-CF86D6AF9C53}"/>
          </ac:spMkLst>
        </pc:spChg>
        <pc:spChg chg="add">
          <ac:chgData name="Lefalahae MODJADJI" userId="34968554-2f37-4c8a-8625-fb70719d2ec7" providerId="ADAL" clId="{63083174-967C-4926-B0F7-FE68DC831079}" dt="2026-10-30T15:21:58.873" v="153"/>
          <ac:spMkLst>
            <pc:docMk/>
            <pc:sldMk cId="582842944" sldId="352"/>
            <ac:spMk id="6" creationId="{85DE5DC7-DAD9-87AD-A5EC-A73F525FBE85}"/>
          </ac:spMkLst>
        </pc:spChg>
        <pc:spChg chg="add">
          <ac:chgData name="Lefalahae MODJADJI" userId="34968554-2f37-4c8a-8625-fb70719d2ec7" providerId="ADAL" clId="{63083174-967C-4926-B0F7-FE68DC831079}" dt="2026-10-30T15:21:58.873" v="153"/>
          <ac:spMkLst>
            <pc:docMk/>
            <pc:sldMk cId="582842944" sldId="352"/>
            <ac:spMk id="7" creationId="{B6810CFA-12AB-7C4E-3B7A-389A83A5B44C}"/>
          </ac:spMkLst>
        </pc:spChg>
        <pc:spChg chg="add del mod">
          <ac:chgData name="Lefalahae MODJADJI" userId="34968554-2f37-4c8a-8625-fb70719d2ec7" providerId="ADAL" clId="{63083174-967C-4926-B0F7-FE68DC831079}" dt="2026-10-30T15:23:02.036" v="164" actId="478"/>
          <ac:spMkLst>
            <pc:docMk/>
            <pc:sldMk cId="582842944" sldId="352"/>
            <ac:spMk id="8" creationId="{4C2D6E52-8BE5-7E3D-7235-564297A626A0}"/>
          </ac:spMkLst>
        </pc:spChg>
        <pc:spChg chg="add mod">
          <ac:chgData name="Lefalahae MODJADJI" userId="34968554-2f37-4c8a-8625-fb70719d2ec7" providerId="ADAL" clId="{63083174-967C-4926-B0F7-FE68DC831079}" dt="2026-10-30T15:22:47.537" v="161" actId="14100"/>
          <ac:spMkLst>
            <pc:docMk/>
            <pc:sldMk cId="582842944" sldId="352"/>
            <ac:spMk id="9" creationId="{E1C32C89-7A32-D795-2837-69743AF4157A}"/>
          </ac:spMkLst>
        </pc:spChg>
        <pc:picChg chg="add mod">
          <ac:chgData name="Lefalahae MODJADJI" userId="34968554-2f37-4c8a-8625-fb70719d2ec7" providerId="ADAL" clId="{63083174-967C-4926-B0F7-FE68DC831079}" dt="2026-10-30T15:22:03.277" v="155" actId="1076"/>
          <ac:picMkLst>
            <pc:docMk/>
            <pc:sldMk cId="582842944" sldId="352"/>
            <ac:picMk id="2049" creationId="{7B59F3A7-DD52-B070-7093-60C727E8BF91}"/>
          </ac:picMkLst>
        </pc:picChg>
        <pc:picChg chg="add">
          <ac:chgData name="Lefalahae MODJADJI" userId="34968554-2f37-4c8a-8625-fb70719d2ec7" providerId="ADAL" clId="{63083174-967C-4926-B0F7-FE68DC831079}" dt="2026-10-30T15:21:58.873" v="153"/>
          <ac:picMkLst>
            <pc:docMk/>
            <pc:sldMk cId="582842944" sldId="352"/>
            <ac:picMk id="2052" creationId="{01B03C3A-CBF5-DC17-07CC-A3CB8DCC38EE}"/>
          </ac:picMkLst>
        </pc:picChg>
        <pc:picChg chg="add mod">
          <ac:chgData name="Lefalahae MODJADJI" userId="34968554-2f37-4c8a-8625-fb70719d2ec7" providerId="ADAL" clId="{63083174-967C-4926-B0F7-FE68DC831079}" dt="2026-10-30T15:22:58.837" v="163" actId="1076"/>
          <ac:picMkLst>
            <pc:docMk/>
            <pc:sldMk cId="582842944" sldId="352"/>
            <ac:picMk id="2055" creationId="{57EAB43D-EA0F-F0DA-1F26-15A98B415BBA}"/>
          </ac:picMkLst>
        </pc:picChg>
      </pc:sldChg>
      <pc:sldChg chg="modSp">
        <pc:chgData name="Lefalahae MODJADJI" userId="34968554-2f37-4c8a-8625-fb70719d2ec7" providerId="ADAL" clId="{63083174-967C-4926-B0F7-FE68DC831079}" dt="2026-10-30T15:08:29.731" v="123"/>
        <pc:sldMkLst>
          <pc:docMk/>
          <pc:sldMk cId="3319830962" sldId="352"/>
        </pc:sldMkLst>
        <pc:spChg chg="mod">
          <ac:chgData name="Lefalahae MODJADJI" userId="34968554-2f37-4c8a-8625-fb70719d2ec7" providerId="ADAL" clId="{63083174-967C-4926-B0F7-FE68DC831079}" dt="2026-10-30T15:08:29.731" v="123"/>
          <ac:spMkLst>
            <pc:docMk/>
            <pc:sldMk cId="3319830962" sldId="352"/>
            <ac:spMk id="2" creationId="{6E38357D-ABED-EE54-3F7A-F637CED640AC}"/>
          </ac:spMkLst>
        </pc:spChg>
      </pc:sldChg>
      <pc:sldChg chg="modSp">
        <pc:chgData name="Lefalahae MODJADJI" userId="34968554-2f37-4c8a-8625-fb70719d2ec7" providerId="ADAL" clId="{63083174-967C-4926-B0F7-FE68DC831079}" dt="2026-10-30T15:23:37.447" v="165"/>
        <pc:sldMkLst>
          <pc:docMk/>
          <pc:sldMk cId="1530995944" sldId="353"/>
        </pc:sldMkLst>
        <pc:spChg chg="mod">
          <ac:chgData name="Lefalahae MODJADJI" userId="34968554-2f37-4c8a-8625-fb70719d2ec7" providerId="ADAL" clId="{63083174-967C-4926-B0F7-FE68DC831079}" dt="2026-10-30T15:18:53.429" v="142"/>
          <ac:spMkLst>
            <pc:docMk/>
            <pc:sldMk cId="1530995944" sldId="353"/>
            <ac:spMk id="2" creationId="{C578FA6F-4804-9519-E4DB-74C38A1959D9}"/>
          </ac:spMkLst>
        </pc:spChg>
        <pc:spChg chg="mod">
          <ac:chgData name="Lefalahae MODJADJI" userId="34968554-2f37-4c8a-8625-fb70719d2ec7" providerId="ADAL" clId="{63083174-967C-4926-B0F7-FE68DC831079}" dt="2026-10-30T15:23:37.447" v="165"/>
          <ac:spMkLst>
            <pc:docMk/>
            <pc:sldMk cId="1530995944" sldId="353"/>
            <ac:spMk id="3" creationId="{5D3D19C2-2873-0BB0-14D0-03C9670A4F9F}"/>
          </ac:spMkLst>
        </pc:spChg>
      </pc:sldChg>
      <pc:sldChg chg="modSp">
        <pc:chgData name="Lefalahae MODJADJI" userId="34968554-2f37-4c8a-8625-fb70719d2ec7" providerId="ADAL" clId="{63083174-967C-4926-B0F7-FE68DC831079}" dt="2026-10-30T15:08:32.737" v="124"/>
        <pc:sldMkLst>
          <pc:docMk/>
          <pc:sldMk cId="2045835961" sldId="353"/>
        </pc:sldMkLst>
        <pc:spChg chg="mod">
          <ac:chgData name="Lefalahae MODJADJI" userId="34968554-2f37-4c8a-8625-fb70719d2ec7" providerId="ADAL" clId="{63083174-967C-4926-B0F7-FE68DC831079}" dt="2026-10-30T15:08:32.737" v="124"/>
          <ac:spMkLst>
            <pc:docMk/>
            <pc:sldMk cId="2045835961" sldId="353"/>
            <ac:spMk id="2" creationId="{1FE8C1F5-3D4C-4284-17B7-C611AADACE2D}"/>
          </ac:spMkLst>
        </pc:spChg>
      </pc:sldChg>
      <pc:sldChg chg="modSp">
        <pc:chgData name="Lefalahae MODJADJI" userId="34968554-2f37-4c8a-8625-fb70719d2ec7" providerId="ADAL" clId="{63083174-967C-4926-B0F7-FE68DC831079}" dt="2026-10-30T15:08:35.571" v="125"/>
        <pc:sldMkLst>
          <pc:docMk/>
          <pc:sldMk cId="171906333" sldId="354"/>
        </pc:sldMkLst>
        <pc:spChg chg="mod">
          <ac:chgData name="Lefalahae MODJADJI" userId="34968554-2f37-4c8a-8625-fb70719d2ec7" providerId="ADAL" clId="{63083174-967C-4926-B0F7-FE68DC831079}" dt="2026-10-30T15:08:35.571" v="125"/>
          <ac:spMkLst>
            <pc:docMk/>
            <pc:sldMk cId="171906333" sldId="354"/>
            <ac:spMk id="2" creationId="{259D6301-D059-4FE1-1B26-F7A435F10CD8}"/>
          </ac:spMkLst>
        </pc:spChg>
      </pc:sldChg>
      <pc:sldChg chg="addSp modSp">
        <pc:chgData name="Lefalahae MODJADJI" userId="34968554-2f37-4c8a-8625-fb70719d2ec7" providerId="ADAL" clId="{63083174-967C-4926-B0F7-FE68DC831079}" dt="2026-10-30T15:24:29.290" v="169" actId="14100"/>
        <pc:sldMkLst>
          <pc:docMk/>
          <pc:sldMk cId="1229281891" sldId="354"/>
        </pc:sldMkLst>
        <pc:spChg chg="mod">
          <ac:chgData name="Lefalahae MODJADJI" userId="34968554-2f37-4c8a-8625-fb70719d2ec7" providerId="ADAL" clId="{63083174-967C-4926-B0F7-FE68DC831079}" dt="2026-10-30T15:18:56.466" v="143"/>
          <ac:spMkLst>
            <pc:docMk/>
            <pc:sldMk cId="1229281891" sldId="354"/>
            <ac:spMk id="2" creationId="{3BD84C8F-4110-F87B-AC2D-D95A5FF9998D}"/>
          </ac:spMkLst>
        </pc:spChg>
        <pc:spChg chg="mod">
          <ac:chgData name="Lefalahae MODJADJI" userId="34968554-2f37-4c8a-8625-fb70719d2ec7" providerId="ADAL" clId="{63083174-967C-4926-B0F7-FE68DC831079}" dt="2026-10-30T15:24:07.491" v="166"/>
          <ac:spMkLst>
            <pc:docMk/>
            <pc:sldMk cId="1229281891" sldId="354"/>
            <ac:spMk id="3" creationId="{DB02E151-595F-9D6F-BC57-8F08E987343A}"/>
          </ac:spMkLst>
        </pc:spChg>
        <pc:spChg chg="add mod">
          <ac:chgData name="Lefalahae MODJADJI" userId="34968554-2f37-4c8a-8625-fb70719d2ec7" providerId="ADAL" clId="{63083174-967C-4926-B0F7-FE68DC831079}" dt="2026-10-30T15:24:29.290" v="169" actId="14100"/>
          <ac:spMkLst>
            <pc:docMk/>
            <pc:sldMk cId="1229281891" sldId="354"/>
            <ac:spMk id="4" creationId="{57A65F81-DD02-F970-2B6A-7E45A133C337}"/>
          </ac:spMkLst>
        </pc:spChg>
        <pc:spChg chg="add mod">
          <ac:chgData name="Lefalahae MODJADJI" userId="34968554-2f37-4c8a-8625-fb70719d2ec7" providerId="ADAL" clId="{63083174-967C-4926-B0F7-FE68DC831079}" dt="2026-10-30T15:24:29.290" v="169" actId="14100"/>
          <ac:spMkLst>
            <pc:docMk/>
            <pc:sldMk cId="1229281891" sldId="354"/>
            <ac:spMk id="5" creationId="{7EA8C469-8827-DA91-98F8-CDBD3225C005}"/>
          </ac:spMkLst>
        </pc:spChg>
        <pc:picChg chg="add mod">
          <ac:chgData name="Lefalahae MODJADJI" userId="34968554-2f37-4c8a-8625-fb70719d2ec7" providerId="ADAL" clId="{63083174-967C-4926-B0F7-FE68DC831079}" dt="2026-10-30T15:24:29.290" v="169" actId="14100"/>
          <ac:picMkLst>
            <pc:docMk/>
            <pc:sldMk cId="1229281891" sldId="354"/>
            <ac:picMk id="3073" creationId="{66024E39-4C6D-4A45-7CC8-70AB9A41A8B3}"/>
          </ac:picMkLst>
        </pc:picChg>
        <pc:picChg chg="add mod">
          <ac:chgData name="Lefalahae MODJADJI" userId="34968554-2f37-4c8a-8625-fb70719d2ec7" providerId="ADAL" clId="{63083174-967C-4926-B0F7-FE68DC831079}" dt="2026-10-30T15:24:29.290" v="169" actId="14100"/>
          <ac:picMkLst>
            <pc:docMk/>
            <pc:sldMk cId="1229281891" sldId="354"/>
            <ac:picMk id="3074" creationId="{BCC35063-9BB8-9976-557C-7F3664DE9BA9}"/>
          </ac:picMkLst>
        </pc:picChg>
      </pc:sldChg>
      <pc:sldChg chg="modSp">
        <pc:chgData name="Lefalahae MODJADJI" userId="34968554-2f37-4c8a-8625-fb70719d2ec7" providerId="ADAL" clId="{63083174-967C-4926-B0F7-FE68DC831079}" dt="2026-10-30T15:24:56.131" v="170"/>
        <pc:sldMkLst>
          <pc:docMk/>
          <pc:sldMk cId="125320038" sldId="355"/>
        </pc:sldMkLst>
        <pc:spChg chg="mod">
          <ac:chgData name="Lefalahae MODJADJI" userId="34968554-2f37-4c8a-8625-fb70719d2ec7" providerId="ADAL" clId="{63083174-967C-4926-B0F7-FE68DC831079}" dt="2026-10-30T15:18:59.196" v="144"/>
          <ac:spMkLst>
            <pc:docMk/>
            <pc:sldMk cId="125320038" sldId="355"/>
            <ac:spMk id="2" creationId="{8BA2EEE9-5090-1A6C-8C83-5C5724248EE0}"/>
          </ac:spMkLst>
        </pc:spChg>
        <pc:spChg chg="mod">
          <ac:chgData name="Lefalahae MODJADJI" userId="34968554-2f37-4c8a-8625-fb70719d2ec7" providerId="ADAL" clId="{63083174-967C-4926-B0F7-FE68DC831079}" dt="2026-10-30T15:24:56.131" v="170"/>
          <ac:spMkLst>
            <pc:docMk/>
            <pc:sldMk cId="125320038" sldId="355"/>
            <ac:spMk id="3" creationId="{A5E4543D-6D7D-F3F9-72AB-7529774F9713}"/>
          </ac:spMkLst>
        </pc:spChg>
      </pc:sldChg>
      <pc:sldChg chg="modSp">
        <pc:chgData name="Lefalahae MODJADJI" userId="34968554-2f37-4c8a-8625-fb70719d2ec7" providerId="ADAL" clId="{63083174-967C-4926-B0F7-FE68DC831079}" dt="2026-10-30T15:08:38.881" v="126"/>
        <pc:sldMkLst>
          <pc:docMk/>
          <pc:sldMk cId="175171798" sldId="355"/>
        </pc:sldMkLst>
        <pc:spChg chg="mod">
          <ac:chgData name="Lefalahae MODJADJI" userId="34968554-2f37-4c8a-8625-fb70719d2ec7" providerId="ADAL" clId="{63083174-967C-4926-B0F7-FE68DC831079}" dt="2026-10-30T15:08:38.881" v="126"/>
          <ac:spMkLst>
            <pc:docMk/>
            <pc:sldMk cId="175171798" sldId="355"/>
            <ac:spMk id="2" creationId="{AC9F7C26-F52B-2213-4BA0-BF690B1C1901}"/>
          </ac:spMkLst>
        </pc:spChg>
      </pc:sldChg>
      <pc:sldChg chg="modSp">
        <pc:chgData name="Lefalahae MODJADJI" userId="34968554-2f37-4c8a-8625-fb70719d2ec7" providerId="ADAL" clId="{63083174-967C-4926-B0F7-FE68DC831079}" dt="2026-10-30T15:08:41.628" v="127"/>
        <pc:sldMkLst>
          <pc:docMk/>
          <pc:sldMk cId="384286917" sldId="356"/>
        </pc:sldMkLst>
        <pc:spChg chg="mod">
          <ac:chgData name="Lefalahae MODJADJI" userId="34968554-2f37-4c8a-8625-fb70719d2ec7" providerId="ADAL" clId="{63083174-967C-4926-B0F7-FE68DC831079}" dt="2026-10-30T15:08:41.628" v="127"/>
          <ac:spMkLst>
            <pc:docMk/>
            <pc:sldMk cId="384286917" sldId="356"/>
            <ac:spMk id="2" creationId="{884E0705-7AA4-AFB5-D0E7-425B8F4A84CA}"/>
          </ac:spMkLst>
        </pc:spChg>
      </pc:sldChg>
      <pc:sldChg chg="addSp modSp">
        <pc:chgData name="Lefalahae MODJADJI" userId="34968554-2f37-4c8a-8625-fb70719d2ec7" providerId="ADAL" clId="{63083174-967C-4926-B0F7-FE68DC831079}" dt="2026-10-30T15:25:28.191" v="172"/>
        <pc:sldMkLst>
          <pc:docMk/>
          <pc:sldMk cId="4080486400" sldId="356"/>
        </pc:sldMkLst>
        <pc:spChg chg="mod">
          <ac:chgData name="Lefalahae MODJADJI" userId="34968554-2f37-4c8a-8625-fb70719d2ec7" providerId="ADAL" clId="{63083174-967C-4926-B0F7-FE68DC831079}" dt="2026-10-30T15:19:02.846" v="145"/>
          <ac:spMkLst>
            <pc:docMk/>
            <pc:sldMk cId="4080486400" sldId="356"/>
            <ac:spMk id="2" creationId="{054355C2-A079-7CC6-4983-0601DD7722C3}"/>
          </ac:spMkLst>
        </pc:spChg>
        <pc:spChg chg="mod">
          <ac:chgData name="Lefalahae MODJADJI" userId="34968554-2f37-4c8a-8625-fb70719d2ec7" providerId="ADAL" clId="{63083174-967C-4926-B0F7-FE68DC831079}" dt="2026-10-30T15:25:10.266" v="171"/>
          <ac:spMkLst>
            <pc:docMk/>
            <pc:sldMk cId="4080486400" sldId="356"/>
            <ac:spMk id="3" creationId="{50DCA77A-D993-CF49-E27F-D5B5353611FC}"/>
          </ac:spMkLst>
        </pc:spChg>
        <pc:picChg chg="add mod">
          <ac:chgData name="Lefalahae MODJADJI" userId="34968554-2f37-4c8a-8625-fb70719d2ec7" providerId="ADAL" clId="{63083174-967C-4926-B0F7-FE68DC831079}" dt="2026-10-30T15:25:28.191" v="172"/>
          <ac:picMkLst>
            <pc:docMk/>
            <pc:sldMk cId="4080486400" sldId="356"/>
            <ac:picMk id="4" creationId="{8CFC7BDB-8C88-DDD0-869C-D255675AE064}"/>
          </ac:picMkLst>
        </pc:picChg>
      </pc:sldChg>
      <pc:sldChg chg="modSp">
        <pc:chgData name="Lefalahae MODJADJI" userId="34968554-2f37-4c8a-8625-fb70719d2ec7" providerId="ADAL" clId="{63083174-967C-4926-B0F7-FE68DC831079}" dt="2026-10-30T15:08:44.625" v="128"/>
        <pc:sldMkLst>
          <pc:docMk/>
          <pc:sldMk cId="2909218370" sldId="357"/>
        </pc:sldMkLst>
        <pc:spChg chg="mod">
          <ac:chgData name="Lefalahae MODJADJI" userId="34968554-2f37-4c8a-8625-fb70719d2ec7" providerId="ADAL" clId="{63083174-967C-4926-B0F7-FE68DC831079}" dt="2026-10-30T15:08:44.625" v="128"/>
          <ac:spMkLst>
            <pc:docMk/>
            <pc:sldMk cId="2909218370" sldId="357"/>
            <ac:spMk id="2" creationId="{CE42AB4C-BA60-E543-CF4B-C3B95A2F365B}"/>
          </ac:spMkLst>
        </pc:spChg>
      </pc:sldChg>
      <pc:sldChg chg="addSp modSp">
        <pc:chgData name="Lefalahae MODJADJI" userId="34968554-2f37-4c8a-8625-fb70719d2ec7" providerId="ADAL" clId="{63083174-967C-4926-B0F7-FE68DC831079}" dt="2026-10-30T15:25:56.846" v="174" actId="1076"/>
        <pc:sldMkLst>
          <pc:docMk/>
          <pc:sldMk cId="4250446358" sldId="357"/>
        </pc:sldMkLst>
        <pc:spChg chg="mod">
          <ac:chgData name="Lefalahae MODJADJI" userId="34968554-2f37-4c8a-8625-fb70719d2ec7" providerId="ADAL" clId="{63083174-967C-4926-B0F7-FE68DC831079}" dt="2026-10-30T15:19:06.746" v="146"/>
          <ac:spMkLst>
            <pc:docMk/>
            <pc:sldMk cId="4250446358" sldId="357"/>
            <ac:spMk id="2" creationId="{A7EDC813-E5C9-3C34-624B-EBE1FF6C2D33}"/>
          </ac:spMkLst>
        </pc:spChg>
        <pc:spChg chg="add mod">
          <ac:chgData name="Lefalahae MODJADJI" userId="34968554-2f37-4c8a-8625-fb70719d2ec7" providerId="ADAL" clId="{63083174-967C-4926-B0F7-FE68DC831079}" dt="2026-10-30T15:25:56.846" v="174" actId="1076"/>
          <ac:spMkLst>
            <pc:docMk/>
            <pc:sldMk cId="4250446358" sldId="357"/>
            <ac:spMk id="4" creationId="{F964D3D5-5FC1-26A1-1489-7AFA3397381B}"/>
          </ac:spMkLst>
        </pc:spChg>
        <pc:picChg chg="add mod">
          <ac:chgData name="Lefalahae MODJADJI" userId="34968554-2f37-4c8a-8625-fb70719d2ec7" providerId="ADAL" clId="{63083174-967C-4926-B0F7-FE68DC831079}" dt="2026-10-30T15:25:56.846" v="174" actId="1076"/>
          <ac:picMkLst>
            <pc:docMk/>
            <pc:sldMk cId="4250446358" sldId="357"/>
            <ac:picMk id="4097" creationId="{2BA2493C-F92F-6782-9BFF-00701BD3CC55}"/>
          </ac:picMkLst>
        </pc:picChg>
      </pc:sldChg>
      <pc:sldChg chg="modSp">
        <pc:chgData name="Lefalahae MODJADJI" userId="34968554-2f37-4c8a-8625-fb70719d2ec7" providerId="ADAL" clId="{63083174-967C-4926-B0F7-FE68DC831079}" dt="2026-10-30T15:08:47.305" v="129"/>
        <pc:sldMkLst>
          <pc:docMk/>
          <pc:sldMk cId="525808953" sldId="358"/>
        </pc:sldMkLst>
        <pc:spChg chg="mod">
          <ac:chgData name="Lefalahae MODJADJI" userId="34968554-2f37-4c8a-8625-fb70719d2ec7" providerId="ADAL" clId="{63083174-967C-4926-B0F7-FE68DC831079}" dt="2026-10-30T15:08:47.305" v="129"/>
          <ac:spMkLst>
            <pc:docMk/>
            <pc:sldMk cId="525808953" sldId="358"/>
            <ac:spMk id="2" creationId="{63793FAE-6FF9-156F-D804-ACF7A755226F}"/>
          </ac:spMkLst>
        </pc:spChg>
      </pc:sldChg>
      <pc:sldChg chg="modSp">
        <pc:chgData name="Lefalahae MODJADJI" userId="34968554-2f37-4c8a-8625-fb70719d2ec7" providerId="ADAL" clId="{63083174-967C-4926-B0F7-FE68DC831079}" dt="2026-10-30T15:26:21.717" v="175"/>
        <pc:sldMkLst>
          <pc:docMk/>
          <pc:sldMk cId="1152281276" sldId="358"/>
        </pc:sldMkLst>
        <pc:spChg chg="mod">
          <ac:chgData name="Lefalahae MODJADJI" userId="34968554-2f37-4c8a-8625-fb70719d2ec7" providerId="ADAL" clId="{63083174-967C-4926-B0F7-FE68DC831079}" dt="2026-10-30T15:26:21.717" v="175"/>
          <ac:spMkLst>
            <pc:docMk/>
            <pc:sldMk cId="1152281276" sldId="358"/>
            <ac:spMk id="2" creationId="{4DE16D7F-D933-6AD7-EA53-F3ECB70CDEE7}"/>
          </ac:spMkLst>
        </pc:spChg>
      </pc:sldChg>
      <pc:sldChg chg="modSp">
        <pc:chgData name="Lefalahae MODJADJI" userId="34968554-2f37-4c8a-8625-fb70719d2ec7" providerId="ADAL" clId="{63083174-967C-4926-B0F7-FE68DC831079}" dt="2026-10-30T15:26:29.560" v="177"/>
        <pc:sldMkLst>
          <pc:docMk/>
          <pc:sldMk cId="260463413" sldId="359"/>
        </pc:sldMkLst>
        <pc:spChg chg="mod">
          <ac:chgData name="Lefalahae MODJADJI" userId="34968554-2f37-4c8a-8625-fb70719d2ec7" providerId="ADAL" clId="{63083174-967C-4926-B0F7-FE68DC831079}" dt="2026-10-30T15:26:29.560" v="177"/>
          <ac:spMkLst>
            <pc:docMk/>
            <pc:sldMk cId="260463413" sldId="359"/>
            <ac:spMk id="2" creationId="{D8F3EC07-F62B-E408-F5C2-64CABF259BAD}"/>
          </ac:spMkLst>
        </pc:spChg>
      </pc:sldChg>
      <pc:sldChg chg="modSp">
        <pc:chgData name="Lefalahae MODJADJI" userId="34968554-2f37-4c8a-8625-fb70719d2ec7" providerId="ADAL" clId="{63083174-967C-4926-B0F7-FE68DC831079}" dt="2026-10-30T15:08:52.715" v="130"/>
        <pc:sldMkLst>
          <pc:docMk/>
          <pc:sldMk cId="2002303045" sldId="359"/>
        </pc:sldMkLst>
        <pc:spChg chg="mod">
          <ac:chgData name="Lefalahae MODJADJI" userId="34968554-2f37-4c8a-8625-fb70719d2ec7" providerId="ADAL" clId="{63083174-967C-4926-B0F7-FE68DC831079}" dt="2026-10-30T15:08:52.715" v="130"/>
          <ac:spMkLst>
            <pc:docMk/>
            <pc:sldMk cId="2002303045" sldId="359"/>
            <ac:spMk id="2" creationId="{CC946F78-EF90-BABB-171E-AB1EB4434493}"/>
          </ac:spMkLst>
        </pc:spChg>
      </pc:sldChg>
      <pc:sldChg chg="addSp modSp">
        <pc:chgData name="Lefalahae MODJADJI" userId="34968554-2f37-4c8a-8625-fb70719d2ec7" providerId="ADAL" clId="{63083174-967C-4926-B0F7-FE68DC831079}" dt="2026-10-30T15:27:08.411" v="185" actId="14100"/>
        <pc:sldMkLst>
          <pc:docMk/>
          <pc:sldMk cId="3157831618" sldId="360"/>
        </pc:sldMkLst>
        <pc:spChg chg="mod">
          <ac:chgData name="Lefalahae MODJADJI" userId="34968554-2f37-4c8a-8625-fb70719d2ec7" providerId="ADAL" clId="{63083174-967C-4926-B0F7-FE68DC831079}" dt="2026-10-30T15:26:32.473" v="178"/>
          <ac:spMkLst>
            <pc:docMk/>
            <pc:sldMk cId="3157831618" sldId="360"/>
            <ac:spMk id="2" creationId="{DF745772-BF23-FE71-F980-694C81A645EA}"/>
          </ac:spMkLst>
        </pc:spChg>
        <pc:spChg chg="add mod">
          <ac:chgData name="Lefalahae MODJADJI" userId="34968554-2f37-4c8a-8625-fb70719d2ec7" providerId="ADAL" clId="{63083174-967C-4926-B0F7-FE68DC831079}" dt="2026-10-30T15:26:58.406" v="182" actId="14100"/>
          <ac:spMkLst>
            <pc:docMk/>
            <pc:sldMk cId="3157831618" sldId="360"/>
            <ac:spMk id="4" creationId="{AF867E4F-90C6-AD17-4C6D-A2DAA9E0AD82}"/>
          </ac:spMkLst>
        </pc:spChg>
        <pc:picChg chg="add mod">
          <ac:chgData name="Lefalahae MODJADJI" userId="34968554-2f37-4c8a-8625-fb70719d2ec7" providerId="ADAL" clId="{63083174-967C-4926-B0F7-FE68DC831079}" dt="2026-10-30T15:27:08.411" v="185" actId="14100"/>
          <ac:picMkLst>
            <pc:docMk/>
            <pc:sldMk cId="3157831618" sldId="360"/>
            <ac:picMk id="5121" creationId="{C6548735-43EB-347E-48E9-355196DE5162}"/>
          </ac:picMkLst>
        </pc:picChg>
      </pc:sldChg>
      <pc:sldChg chg="addSp modSp">
        <pc:chgData name="Lefalahae MODJADJI" userId="34968554-2f37-4c8a-8625-fb70719d2ec7" providerId="ADAL" clId="{63083174-967C-4926-B0F7-FE68DC831079}" dt="2026-10-30T15:27:37.760" v="188" actId="14100"/>
        <pc:sldMkLst>
          <pc:docMk/>
          <pc:sldMk cId="3043069861" sldId="361"/>
        </pc:sldMkLst>
        <pc:spChg chg="mod">
          <ac:chgData name="Lefalahae MODJADJI" userId="34968554-2f37-4c8a-8625-fb70719d2ec7" providerId="ADAL" clId="{63083174-967C-4926-B0F7-FE68DC831079}" dt="2026-10-30T15:26:26.451" v="176"/>
          <ac:spMkLst>
            <pc:docMk/>
            <pc:sldMk cId="3043069861" sldId="361"/>
            <ac:spMk id="2" creationId="{8B880602-737D-9500-FA5B-7D4B97710904}"/>
          </ac:spMkLst>
        </pc:spChg>
        <pc:spChg chg="add mod">
          <ac:chgData name="Lefalahae MODJADJI" userId="34968554-2f37-4c8a-8625-fb70719d2ec7" providerId="ADAL" clId="{63083174-967C-4926-B0F7-FE68DC831079}" dt="2026-10-30T15:27:26.966" v="187" actId="1076"/>
          <ac:spMkLst>
            <pc:docMk/>
            <pc:sldMk cId="3043069861" sldId="361"/>
            <ac:spMk id="4" creationId="{E13FD50C-3464-7071-C82D-E96E61247EBF}"/>
          </ac:spMkLst>
        </pc:spChg>
        <pc:picChg chg="add mod">
          <ac:chgData name="Lefalahae MODJADJI" userId="34968554-2f37-4c8a-8625-fb70719d2ec7" providerId="ADAL" clId="{63083174-967C-4926-B0F7-FE68DC831079}" dt="2026-10-30T15:27:37.760" v="188" actId="14100"/>
          <ac:picMkLst>
            <pc:docMk/>
            <pc:sldMk cId="3043069861" sldId="361"/>
            <ac:picMk id="6145" creationId="{96FCF344-BA32-69BB-D029-AA3F69F9356E}"/>
          </ac:picMkLst>
        </pc:picChg>
      </pc:sldChg>
      <pc:sldChg chg="addSp modSp">
        <pc:chgData name="Lefalahae MODJADJI" userId="34968554-2f37-4c8a-8625-fb70719d2ec7" providerId="ADAL" clId="{63083174-967C-4926-B0F7-FE68DC831079}" dt="2026-10-30T15:28:26.236" v="193" actId="1076"/>
        <pc:sldMkLst>
          <pc:docMk/>
          <pc:sldMk cId="3424039241" sldId="362"/>
        </pc:sldMkLst>
        <pc:spChg chg="mod">
          <ac:chgData name="Lefalahae MODJADJI" userId="34968554-2f37-4c8a-8625-fb70719d2ec7" providerId="ADAL" clId="{63083174-967C-4926-B0F7-FE68DC831079}" dt="2026-10-30T15:27:52.468" v="189"/>
          <ac:spMkLst>
            <pc:docMk/>
            <pc:sldMk cId="3424039241" sldId="362"/>
            <ac:spMk id="2" creationId="{B747EAC7-57FB-3E11-008F-1F128B0089FF}"/>
          </ac:spMkLst>
        </pc:spChg>
        <pc:spChg chg="add mod">
          <ac:chgData name="Lefalahae MODJADJI" userId="34968554-2f37-4c8a-8625-fb70719d2ec7" providerId="ADAL" clId="{63083174-967C-4926-B0F7-FE68DC831079}" dt="2026-10-30T15:28:26.236" v="193" actId="1076"/>
          <ac:spMkLst>
            <pc:docMk/>
            <pc:sldMk cId="3424039241" sldId="362"/>
            <ac:spMk id="4" creationId="{921BD0DF-76CC-DC32-5E72-8C1B520EA543}"/>
          </ac:spMkLst>
        </pc:spChg>
        <pc:picChg chg="add mod">
          <ac:chgData name="Lefalahae MODJADJI" userId="34968554-2f37-4c8a-8625-fb70719d2ec7" providerId="ADAL" clId="{63083174-967C-4926-B0F7-FE68DC831079}" dt="2026-10-30T15:28:26.236" v="193" actId="1076"/>
          <ac:picMkLst>
            <pc:docMk/>
            <pc:sldMk cId="3424039241" sldId="362"/>
            <ac:picMk id="7169" creationId="{94E6CBAA-4E04-5290-85D3-AE42E9D56BAD}"/>
          </ac:picMkLst>
        </pc:picChg>
      </pc:sldChg>
      <pc:sldChg chg="modSp">
        <pc:chgData name="Lefalahae MODJADJI" userId="34968554-2f37-4c8a-8625-fb70719d2ec7" providerId="ADAL" clId="{63083174-967C-4926-B0F7-FE68DC831079}" dt="2026-10-30T15:29:28.133" v="195"/>
        <pc:sldMkLst>
          <pc:docMk/>
          <pc:sldMk cId="225526415" sldId="363"/>
        </pc:sldMkLst>
        <pc:spChg chg="mod">
          <ac:chgData name="Lefalahae MODJADJI" userId="34968554-2f37-4c8a-8625-fb70719d2ec7" providerId="ADAL" clId="{63083174-967C-4926-B0F7-FE68DC831079}" dt="2026-10-30T15:28:01.334" v="190"/>
          <ac:spMkLst>
            <pc:docMk/>
            <pc:sldMk cId="225526415" sldId="363"/>
            <ac:spMk id="2" creationId="{6D7CCA4F-5C2C-BF13-5E76-B1F9CC67B3F2}"/>
          </ac:spMkLst>
        </pc:spChg>
        <pc:spChg chg="mod">
          <ac:chgData name="Lefalahae MODJADJI" userId="34968554-2f37-4c8a-8625-fb70719d2ec7" providerId="ADAL" clId="{63083174-967C-4926-B0F7-FE68DC831079}" dt="2026-10-30T15:29:28.133" v="195"/>
          <ac:spMkLst>
            <pc:docMk/>
            <pc:sldMk cId="225526415" sldId="363"/>
            <ac:spMk id="3" creationId="{CDC6421B-3260-34C8-B175-014B68C4A12B}"/>
          </ac:spMkLst>
        </pc:spChg>
      </pc:sldChg>
      <pc:sldChg chg="modSp">
        <pc:chgData name="Lefalahae MODJADJI" userId="34968554-2f37-4c8a-8625-fb70719d2ec7" providerId="ADAL" clId="{63083174-967C-4926-B0F7-FE68DC831079}" dt="2026-10-30T15:30:01.756" v="196"/>
        <pc:sldMkLst>
          <pc:docMk/>
          <pc:sldMk cId="2861757514" sldId="364"/>
        </pc:sldMkLst>
        <pc:spChg chg="mod">
          <ac:chgData name="Lefalahae MODJADJI" userId="34968554-2f37-4c8a-8625-fb70719d2ec7" providerId="ADAL" clId="{63083174-967C-4926-B0F7-FE68DC831079}" dt="2026-10-30T15:28:06.514" v="191"/>
          <ac:spMkLst>
            <pc:docMk/>
            <pc:sldMk cId="2861757514" sldId="364"/>
            <ac:spMk id="2" creationId="{EE5DE596-ECD9-0036-BE06-44167ECA41F0}"/>
          </ac:spMkLst>
        </pc:spChg>
        <pc:spChg chg="mod">
          <ac:chgData name="Lefalahae MODJADJI" userId="34968554-2f37-4c8a-8625-fb70719d2ec7" providerId="ADAL" clId="{63083174-967C-4926-B0F7-FE68DC831079}" dt="2026-10-30T15:30:01.756" v="196"/>
          <ac:spMkLst>
            <pc:docMk/>
            <pc:sldMk cId="2861757514" sldId="364"/>
            <ac:spMk id="3" creationId="{9EC74465-169B-2927-F9D8-75434D22693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112FA-7CB0-426B-8E81-60149572A248}" type="datetimeFigureOut">
              <a:rPr lang="en-ZA" smtClean="0"/>
              <a:t>31 Oct 2026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D7C032-FAB8-4EAF-AE5C-FDFBB062C552}" type="slidenum">
              <a:rPr lang="en-ZA" smtClean="0"/>
              <a:t>‹#›</a:t>
            </a:fld>
            <a:endParaRPr lang="en-ZA"/>
          </a:p>
        </p:txBody>
      </p:sp>
    </p:spTree>
    <p:extLst>
      <p:ext uri="{BB962C8B-B14F-4D97-AF65-F5344CB8AC3E}">
        <p14:creationId xmlns:p14="http://schemas.microsoft.com/office/powerpoint/2010/main" val="3063333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DD7C032-FAB8-4EAF-AE5C-FDFBB062C552}" type="slidenum">
              <a:rPr lang="en-ZA" smtClean="0"/>
              <a:t>59</a:t>
            </a:fld>
            <a:endParaRPr lang="en-ZA"/>
          </a:p>
        </p:txBody>
      </p:sp>
    </p:spTree>
    <p:extLst>
      <p:ext uri="{BB962C8B-B14F-4D97-AF65-F5344CB8AC3E}">
        <p14:creationId xmlns:p14="http://schemas.microsoft.com/office/powerpoint/2010/main" val="3009715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93D5-04DC-1735-16DF-783F3C21B6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633714A7-675D-434F-6CB6-2C3B93E764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04028BBC-272F-B95B-8A09-B6842A0A5713}"/>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851D51E8-8A0D-D63E-46F1-BD3439FE830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E8044EB-4DB3-5BC4-0902-1670CB917032}"/>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1749531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56ECC-D14F-6B2B-D6C1-D9DE81F2E2B2}"/>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EBF5257-FF29-5516-B18E-F083CE1332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F0E84C1-BDD3-965A-E424-EF1D09438306}"/>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0E808038-7EE2-6794-241C-51E12923BBB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265FBFE-C605-E918-26DD-873DFD7440F0}"/>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3009012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ECE6F-D37C-7482-C058-49A6C8EC67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19BAEE0-FFA8-927A-BA85-DEF7F79382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7E6867-56AB-AA4D-D669-F35E5D8AB63F}"/>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3B8476CF-099E-6849-B580-B85C73B256F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242AFFF-9064-9C4E-4B38-7BD908FCA5A3}"/>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1281128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09328-AB2A-9EC9-D37B-973DF95BB66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6C926F3-B02B-9859-55FA-C97CA76134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A62E7160-0441-9BFC-8FDA-AEB2306EDE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D5326903-09EB-BDDC-3589-D876EC08CF01}"/>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6" name="Footer Placeholder 5">
            <a:extLst>
              <a:ext uri="{FF2B5EF4-FFF2-40B4-BE49-F238E27FC236}">
                <a16:creationId xmlns:a16="http://schemas.microsoft.com/office/drawing/2014/main" id="{BBBA198E-78E0-F068-EE24-97702184EEF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C489DF4-68E4-236C-A701-5437763D3ACA}"/>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1714593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B5E6-1AF0-10F8-8ED8-CEF9D7522F7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D750F7B-73C1-67D9-1B6E-9A3A6843DD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1C2576-3E6C-47E6-AC46-BBAFAF9F27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5DF537B-90DA-B3EA-60DC-A0A62D05F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4D4B92-FBA4-FEB3-DC10-C42D9B51E5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13532E34-D8E9-F6CC-7E2A-145DC66954EB}"/>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8" name="Footer Placeholder 7">
            <a:extLst>
              <a:ext uri="{FF2B5EF4-FFF2-40B4-BE49-F238E27FC236}">
                <a16:creationId xmlns:a16="http://schemas.microsoft.com/office/drawing/2014/main" id="{8E3C5C9D-594E-1D90-6353-4FFAD27F359B}"/>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0CE78232-15EF-6CB2-566C-889FDD7786F8}"/>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2603567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5056C-EB4C-D62A-6AA9-F9C3C8F569D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1A88BD15-4916-BD2A-8F7F-5BE792323372}"/>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4" name="Footer Placeholder 3">
            <a:extLst>
              <a:ext uri="{FF2B5EF4-FFF2-40B4-BE49-F238E27FC236}">
                <a16:creationId xmlns:a16="http://schemas.microsoft.com/office/drawing/2014/main" id="{F4777A24-784A-9419-BAC2-19EA84562EB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A6F7FBFE-6AB5-A4CA-A819-3BE4B59F88B4}"/>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4132712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433148-C406-D840-50C3-4A90966D7F1F}"/>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3" name="Footer Placeholder 2">
            <a:extLst>
              <a:ext uri="{FF2B5EF4-FFF2-40B4-BE49-F238E27FC236}">
                <a16:creationId xmlns:a16="http://schemas.microsoft.com/office/drawing/2014/main" id="{766F9ED9-33B2-0D68-C4CF-3AC0D4F1E60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3CB4C8D4-E5D8-ACBB-4AC9-D839BCDCE702}"/>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2657914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F922-0E69-B9B9-53DE-7E44431412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F8DA6BF3-B1AE-A206-79C6-5E7C7C3E4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E3A493A5-4525-C1A7-34AF-5457E3C3DE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125152-A48C-D98D-D68A-DDC6A22AD387}"/>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6" name="Footer Placeholder 5">
            <a:extLst>
              <a:ext uri="{FF2B5EF4-FFF2-40B4-BE49-F238E27FC236}">
                <a16:creationId xmlns:a16="http://schemas.microsoft.com/office/drawing/2014/main" id="{2626BF14-D112-65C4-50AD-C4DDAF95E63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BE36331-43EF-7E80-3285-68D474396663}"/>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82808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7C90E-16B1-8664-C407-8F2F01BF8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B310539-9CCA-856C-F0E2-9ABDEF6ADED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5CC16546-64BE-79FA-70F3-70E47C7645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8DE3F-97E8-4D5B-44AB-E893C2473041}"/>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6" name="Footer Placeholder 5">
            <a:extLst>
              <a:ext uri="{FF2B5EF4-FFF2-40B4-BE49-F238E27FC236}">
                <a16:creationId xmlns:a16="http://schemas.microsoft.com/office/drawing/2014/main" id="{08F7882C-3B5C-E8B5-64B4-5CDFCD44FAE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15981AB-0FEA-A497-D775-2326A9488826}"/>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379968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2F6B3-40A4-5036-C46E-732C54B81BF5}"/>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5F16A1F-1E5C-811D-BA02-8D1FEC8282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7B12E9D-06E5-CA2F-01D5-612696086547}"/>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29BBD4C2-2901-380A-DB62-DA89AE0E677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0AA1628-C677-1D4A-64A6-8CB0FA1F2510}"/>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2889634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C9B8A3-F4C1-FEA6-9223-1FB7EE85A6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2061D5E-883B-D85F-C61C-181C1F01D9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F6E7116-9658-68DC-648B-90B2754FCD1B}"/>
              </a:ext>
            </a:extLst>
          </p:cNvPr>
          <p:cNvSpPr>
            <a:spLocks noGrp="1"/>
          </p:cNvSpPr>
          <p:nvPr>
            <p:ph type="dt" sz="half" idx="10"/>
          </p:nvPr>
        </p:nvSpPr>
        <p:spPr/>
        <p:txBody>
          <a:body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362F8E39-5675-211B-5DB8-D5F459FCD8D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4988982-2DDA-B7B6-1D48-948AB863EB97}"/>
              </a:ext>
            </a:extLst>
          </p:cNvPr>
          <p:cNvSpPr>
            <a:spLocks noGrp="1"/>
          </p:cNvSpPr>
          <p:nvPr>
            <p:ph type="sldNum" sz="quarter" idx="12"/>
          </p:nvPr>
        </p:nvSpPr>
        <p:spPr/>
        <p:txBody>
          <a:bodyPr/>
          <a:lstStyle/>
          <a:p>
            <a:fld id="{23CB388A-6274-4E22-B412-99DA088869C4}" type="slidenum">
              <a:rPr lang="en-ZA" smtClean="0"/>
              <a:t>‹#›</a:t>
            </a:fld>
            <a:endParaRPr lang="en-ZA"/>
          </a:p>
        </p:txBody>
      </p:sp>
    </p:spTree>
    <p:extLst>
      <p:ext uri="{BB962C8B-B14F-4D97-AF65-F5344CB8AC3E}">
        <p14:creationId xmlns:p14="http://schemas.microsoft.com/office/powerpoint/2010/main" val="2767833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CA1859-5A31-666B-A57A-39131E8D8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4673A4A-55E4-EF6F-727E-852909C353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C6C6EC4-D7A9-05E6-5F67-EFBD0457B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8E7963-F813-48CC-BCB1-896F7B46BDCF}" type="datetimeFigureOut">
              <a:rPr lang="en-ZA" smtClean="0"/>
              <a:t>31 Oct 2026</a:t>
            </a:fld>
            <a:endParaRPr lang="en-ZA"/>
          </a:p>
        </p:txBody>
      </p:sp>
      <p:sp>
        <p:nvSpPr>
          <p:cNvPr id="5" name="Footer Placeholder 4">
            <a:extLst>
              <a:ext uri="{FF2B5EF4-FFF2-40B4-BE49-F238E27FC236}">
                <a16:creationId xmlns:a16="http://schemas.microsoft.com/office/drawing/2014/main" id="{B6F8EC33-4739-CB15-A9DA-455859496D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B9A76B39-CB1C-6296-AC98-378594271F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CB388A-6274-4E22-B412-99DA088869C4}" type="slidenum">
              <a:rPr lang="en-ZA" smtClean="0"/>
              <a:t>‹#›</a:t>
            </a:fld>
            <a:endParaRPr lang="en-ZA"/>
          </a:p>
        </p:txBody>
      </p:sp>
    </p:spTree>
    <p:extLst>
      <p:ext uri="{BB962C8B-B14F-4D97-AF65-F5344CB8AC3E}">
        <p14:creationId xmlns:p14="http://schemas.microsoft.com/office/powerpoint/2010/main" val="671164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C579894-F008-5432-1360-4242B8179F3F}"/>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Declaration</a:t>
            </a:r>
          </a:p>
        </p:txBody>
      </p:sp>
      <p:pic>
        <p:nvPicPr>
          <p:cNvPr id="1026" name="_x00000">
            <a:extLst>
              <a:ext uri="{FF2B5EF4-FFF2-40B4-BE49-F238E27FC236}">
                <a16:creationId xmlns:a16="http://schemas.microsoft.com/office/drawing/2014/main" id="{B35DB9B7-75F7-50E7-3F98-74ACC992F1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601043" y="467208"/>
            <a:ext cx="6930916" cy="592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4183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B389EB-D3DB-12AB-1096-2A375F6DED2F}"/>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4800" kern="1200">
                <a:solidFill>
                  <a:srgbClr val="FFFFFF"/>
                </a:solidFill>
                <a:latin typeface="+mj-lt"/>
                <a:ea typeface="+mj-ea"/>
                <a:cs typeface="+mj-cs"/>
              </a:rPr>
              <a:t>Declaration</a:t>
            </a:r>
          </a:p>
        </p:txBody>
      </p:sp>
      <p:pic>
        <p:nvPicPr>
          <p:cNvPr id="2050" name="_x00001">
            <a:extLst>
              <a:ext uri="{FF2B5EF4-FFF2-40B4-BE49-F238E27FC236}">
                <a16:creationId xmlns:a16="http://schemas.microsoft.com/office/drawing/2014/main" id="{25B94CFC-DA72-83E1-78A7-DF32CD2018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075258" y="492573"/>
            <a:ext cx="6779858" cy="599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836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Freeform: Shape 308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9BC6ED4-1ED8-3AF5-428D-31F16811610A}"/>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Declaration</a:t>
            </a:r>
          </a:p>
        </p:txBody>
      </p:sp>
      <p:pic>
        <p:nvPicPr>
          <p:cNvPr id="3074" name="_x00002">
            <a:extLst>
              <a:ext uri="{FF2B5EF4-FFF2-40B4-BE49-F238E27FC236}">
                <a16:creationId xmlns:a16="http://schemas.microsoft.com/office/drawing/2014/main" id="{09EB8A62-8963-D9F0-C3E3-4E0FEA98EE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870988" y="467208"/>
            <a:ext cx="6167125" cy="592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182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C46B2449-FF07-47FC-AA19-DB68D98F3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E94261F-1ED3-4E90-88E6-134791440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716"/>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C475D8E-78BC-44F3-5CD4-7E8A694CF772}"/>
              </a:ext>
            </a:extLst>
          </p:cNvPr>
          <p:cNvSpPr>
            <a:spLocks noGrp="1"/>
          </p:cNvSpPr>
          <p:nvPr>
            <p:ph type="ctrTitle"/>
          </p:nvPr>
        </p:nvSpPr>
        <p:spPr>
          <a:xfrm>
            <a:off x="1578043" y="590062"/>
            <a:ext cx="5347266" cy="2838938"/>
          </a:xfrm>
        </p:spPr>
        <p:txBody>
          <a:bodyPr>
            <a:normAutofit/>
          </a:bodyPr>
          <a:lstStyle/>
          <a:p>
            <a:pPr algn="l"/>
            <a:r>
              <a:rPr lang="en-ZA" sz="5600">
                <a:solidFill>
                  <a:srgbClr val="FFFFFF"/>
                </a:solidFill>
              </a:rPr>
              <a:t>G14 Hospital Management System</a:t>
            </a:r>
          </a:p>
        </p:txBody>
      </p:sp>
      <p:sp>
        <p:nvSpPr>
          <p:cNvPr id="3" name="Subtitle 2">
            <a:extLst>
              <a:ext uri="{FF2B5EF4-FFF2-40B4-BE49-F238E27FC236}">
                <a16:creationId xmlns:a16="http://schemas.microsoft.com/office/drawing/2014/main" id="{71E732AD-98E9-C6A0-4295-C88FD51D955E}"/>
              </a:ext>
            </a:extLst>
          </p:cNvPr>
          <p:cNvSpPr>
            <a:spLocks noGrp="1"/>
          </p:cNvSpPr>
          <p:nvPr>
            <p:ph type="subTitle" idx="1"/>
          </p:nvPr>
        </p:nvSpPr>
        <p:spPr>
          <a:xfrm>
            <a:off x="1578043" y="3739764"/>
            <a:ext cx="5324405" cy="1198120"/>
          </a:xfrm>
        </p:spPr>
        <p:txBody>
          <a:bodyPr>
            <a:normAutofit/>
          </a:bodyPr>
          <a:lstStyle/>
          <a:p>
            <a:pPr algn="l"/>
            <a:r>
              <a:rPr lang="en-ZA" sz="2000">
                <a:solidFill>
                  <a:srgbClr val="FFFFFF"/>
                </a:solidFill>
              </a:rPr>
              <a:t>Group 14</a:t>
            </a:r>
          </a:p>
        </p:txBody>
      </p:sp>
      <p:grpSp>
        <p:nvGrpSpPr>
          <p:cNvPr id="37" name="Group 36">
            <a:extLst>
              <a:ext uri="{FF2B5EF4-FFF2-40B4-BE49-F238E27FC236}">
                <a16:creationId xmlns:a16="http://schemas.microsoft.com/office/drawing/2014/main" id="{C6052961-5ADC-4465-9B95-E6D4A490D5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3696" y="1606411"/>
            <a:ext cx="465456" cy="581432"/>
            <a:chOff x="653696" y="1606411"/>
            <a:chExt cx="465456" cy="581432"/>
          </a:xfrm>
          <a:solidFill>
            <a:srgbClr val="FFFFFF"/>
          </a:solidFill>
        </p:grpSpPr>
        <p:sp>
          <p:nvSpPr>
            <p:cNvPr id="3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grpFill/>
            <a:ln w="603" cap="flat">
              <a:noFill/>
              <a:prstDash val="solid"/>
              <a:miter/>
            </a:ln>
          </p:spPr>
          <p:txBody>
            <a:bodyPr rtlCol="0" anchor="ctr"/>
            <a:lstStyle/>
            <a:p>
              <a:endParaRPr lang="en-US">
                <a:solidFill>
                  <a:srgbClr val="FFFFFF"/>
                </a:solidFill>
              </a:endParaRPr>
            </a:p>
          </p:txBody>
        </p:sp>
        <p:sp>
          <p:nvSpPr>
            <p:cNvPr id="39"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grpFill/>
            <a:ln w="422" cap="flat">
              <a:noFill/>
              <a:prstDash val="solid"/>
              <a:miter/>
            </a:ln>
          </p:spPr>
          <p:txBody>
            <a:bodyPr rtlCol="0" anchor="ctr"/>
            <a:lstStyle/>
            <a:p>
              <a:endParaRPr lang="en-US">
                <a:solidFill>
                  <a:srgbClr val="FFFFFF"/>
                </a:solidFill>
              </a:endParaRPr>
            </a:p>
          </p:txBody>
        </p:sp>
        <p:sp>
          <p:nvSpPr>
            <p:cNvPr id="4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grpFill/>
            <a:ln w="610" cap="flat">
              <a:noFill/>
              <a:prstDash val="solid"/>
              <a:miter/>
            </a:ln>
          </p:spPr>
          <p:txBody>
            <a:bodyPr rtlCol="0" anchor="ctr"/>
            <a:lstStyle/>
            <a:p>
              <a:endParaRPr lang="en-US">
                <a:solidFill>
                  <a:srgbClr val="FFFFFF"/>
                </a:solidFill>
              </a:endParaRPr>
            </a:p>
          </p:txBody>
        </p:sp>
      </p:grpSp>
      <p:cxnSp>
        <p:nvCxnSpPr>
          <p:cNvPr id="42" name="Straight Connector 4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E87FDFEE-3718-7712-9DE4-D1A9791C80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0008" y="135400"/>
            <a:ext cx="5587982" cy="6509240"/>
          </a:xfrm>
          <a:prstGeom prst="rect">
            <a:avLst/>
          </a:prstGeom>
        </p:spPr>
      </p:pic>
    </p:spTree>
    <p:extLst>
      <p:ext uri="{BB962C8B-B14F-4D97-AF65-F5344CB8AC3E}">
        <p14:creationId xmlns:p14="http://schemas.microsoft.com/office/powerpoint/2010/main" val="3074971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38BC9-E9B4-6341-F77F-026D261DFDC4}"/>
              </a:ext>
            </a:extLst>
          </p:cNvPr>
          <p:cNvSpPr>
            <a:spLocks noGrp="1"/>
          </p:cNvSpPr>
          <p:nvPr>
            <p:ph type="title"/>
          </p:nvPr>
        </p:nvSpPr>
        <p:spPr>
          <a:xfrm>
            <a:off x="448235" y="-76519"/>
            <a:ext cx="10515600" cy="1325563"/>
          </a:xfrm>
        </p:spPr>
        <p:txBody>
          <a:bodyPr/>
          <a:lstStyle/>
          <a:p>
            <a:r>
              <a:rPr lang="en-ZA" dirty="0"/>
              <a:t>The Scenario</a:t>
            </a:r>
          </a:p>
        </p:txBody>
      </p:sp>
      <p:sp>
        <p:nvSpPr>
          <p:cNvPr id="3" name="Content Placeholder 2">
            <a:extLst>
              <a:ext uri="{FF2B5EF4-FFF2-40B4-BE49-F238E27FC236}">
                <a16:creationId xmlns:a16="http://schemas.microsoft.com/office/drawing/2014/main" id="{DB1B1329-138E-E12D-A5F3-9B8FFA1F80C3}"/>
              </a:ext>
            </a:extLst>
          </p:cNvPr>
          <p:cNvSpPr>
            <a:spLocks noGrp="1"/>
          </p:cNvSpPr>
          <p:nvPr>
            <p:ph idx="1"/>
          </p:nvPr>
        </p:nvSpPr>
        <p:spPr/>
        <p:txBody>
          <a:bodyPr/>
          <a:lstStyle/>
          <a:p>
            <a:endParaRPr lang="en-ZA" dirty="0"/>
          </a:p>
          <a:p>
            <a:pPr marL="0" indent="0">
              <a:buNone/>
            </a:pPr>
            <a:r>
              <a:rPr lang="en-ZA" dirty="0"/>
              <a:t>Imagine a patient arriving at G14 Healthcare Facility in Vanderbijlpark, requiring medical attention. Before the healthcare worker can proceed, the patient's medical record must be located. However, because the facility relies on physical files and manual record-keeping finding the correct file may take longer than expected. Meanwhile, other patients continue arriving, queues become longer and staff face increasing pressure to assist everyone.</a:t>
            </a:r>
          </a:p>
          <a:p>
            <a:endParaRPr lang="en-ZA" dirty="0"/>
          </a:p>
        </p:txBody>
      </p:sp>
    </p:spTree>
    <p:extLst>
      <p:ext uri="{BB962C8B-B14F-4D97-AF65-F5344CB8AC3E}">
        <p14:creationId xmlns:p14="http://schemas.microsoft.com/office/powerpoint/2010/main" val="4008249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2ACBC-42B0-AB85-B444-8CFF2BAD727F}"/>
              </a:ext>
            </a:extLst>
          </p:cNvPr>
          <p:cNvSpPr>
            <a:spLocks noGrp="1"/>
          </p:cNvSpPr>
          <p:nvPr>
            <p:ph type="title"/>
          </p:nvPr>
        </p:nvSpPr>
        <p:spPr/>
        <p:txBody>
          <a:bodyPr/>
          <a:lstStyle/>
          <a:p>
            <a:r>
              <a:rPr lang="en-ZA" dirty="0"/>
              <a:t>The Scenario (continued)</a:t>
            </a:r>
          </a:p>
        </p:txBody>
      </p:sp>
      <p:sp>
        <p:nvSpPr>
          <p:cNvPr id="3" name="Content Placeholder 2">
            <a:extLst>
              <a:ext uri="{FF2B5EF4-FFF2-40B4-BE49-F238E27FC236}">
                <a16:creationId xmlns:a16="http://schemas.microsoft.com/office/drawing/2014/main" id="{DA12E51D-4500-F337-F62C-4434B1DB05DE}"/>
              </a:ext>
            </a:extLst>
          </p:cNvPr>
          <p:cNvSpPr>
            <a:spLocks noGrp="1"/>
          </p:cNvSpPr>
          <p:nvPr>
            <p:ph idx="1"/>
          </p:nvPr>
        </p:nvSpPr>
        <p:spPr/>
        <p:txBody>
          <a:bodyPr>
            <a:normAutofit lnSpcReduction="10000"/>
          </a:bodyPr>
          <a:lstStyle/>
          <a:p>
            <a:pPr marL="0" indent="0">
              <a:buNone/>
            </a:pPr>
            <a:r>
              <a:rPr lang="en-ZA" dirty="0"/>
              <a:t>This situation highlights a challenge that many healthcare facilities can experience when managing large amounts of patient information using manual systems Delays in retrieving medical records can affect the patient experience and make it difficult for healthcare workers to access important information when they need it.</a:t>
            </a:r>
          </a:p>
          <a:p>
            <a:pPr marL="0" indent="0">
              <a:buNone/>
            </a:pPr>
            <a:r>
              <a:rPr lang="en-ZA" dirty="0"/>
              <a:t>At G14, patient information, appointments, treatments, prescriptions and billing details are stored in physical documents and separate files. As the number of patients increases, managing these records becomes more difficult. Files may be misplaced or damaged, information may be incomplete and the same patient details may be recorded multiple times in different documents.</a:t>
            </a:r>
          </a:p>
          <a:p>
            <a:endParaRPr lang="en-ZA" dirty="0"/>
          </a:p>
        </p:txBody>
      </p:sp>
    </p:spTree>
    <p:extLst>
      <p:ext uri="{BB962C8B-B14F-4D97-AF65-F5344CB8AC3E}">
        <p14:creationId xmlns:p14="http://schemas.microsoft.com/office/powerpoint/2010/main" val="1553092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4F85-4EF2-C235-1FF8-9D27D523D6CF}"/>
              </a:ext>
            </a:extLst>
          </p:cNvPr>
          <p:cNvSpPr>
            <a:spLocks noGrp="1"/>
          </p:cNvSpPr>
          <p:nvPr>
            <p:ph type="title"/>
          </p:nvPr>
        </p:nvSpPr>
        <p:spPr/>
        <p:txBody>
          <a:bodyPr/>
          <a:lstStyle/>
          <a:p>
            <a:r>
              <a:rPr lang="en-ZA" dirty="0"/>
              <a:t>The Scenario (continued)</a:t>
            </a:r>
          </a:p>
        </p:txBody>
      </p:sp>
      <p:sp>
        <p:nvSpPr>
          <p:cNvPr id="3" name="Content Placeholder 2">
            <a:extLst>
              <a:ext uri="{FF2B5EF4-FFF2-40B4-BE49-F238E27FC236}">
                <a16:creationId xmlns:a16="http://schemas.microsoft.com/office/drawing/2014/main" id="{C614594B-F8F1-20BC-C400-293058DC597D}"/>
              </a:ext>
            </a:extLst>
          </p:cNvPr>
          <p:cNvSpPr>
            <a:spLocks noGrp="1"/>
          </p:cNvSpPr>
          <p:nvPr>
            <p:ph idx="1"/>
          </p:nvPr>
        </p:nvSpPr>
        <p:spPr/>
        <p:txBody>
          <a:bodyPr>
            <a:normAutofit/>
          </a:bodyPr>
          <a:lstStyle/>
          <a:p>
            <a:pPr marL="0" indent="0">
              <a:buNone/>
            </a:pPr>
            <a:r>
              <a:rPr lang="en-ZA" dirty="0"/>
              <a:t>These challenges create additional work for administrative staff and may result in longer waiting times for patients. Healthcare workers may also struggle to obtain a complete view of a patient's medical history, particularly when information is spread across several files.</a:t>
            </a:r>
          </a:p>
          <a:p>
            <a:endParaRPr lang="en-ZA" dirty="0"/>
          </a:p>
          <a:p>
            <a:pPr marL="0" indent="0">
              <a:buNone/>
            </a:pPr>
            <a:r>
              <a:rPr lang="en-ZA" dirty="0"/>
              <a:t>The main concern is that the current system makes it difficult for G14 to manage its growing information needs efficiently. Without a more organised approach, the facility may continue experiencing delays, data inconsistencies and difficulties maintaining accurate records</a:t>
            </a:r>
          </a:p>
          <a:p>
            <a:endParaRPr lang="en-ZA" dirty="0"/>
          </a:p>
        </p:txBody>
      </p:sp>
    </p:spTree>
    <p:extLst>
      <p:ext uri="{BB962C8B-B14F-4D97-AF65-F5344CB8AC3E}">
        <p14:creationId xmlns:p14="http://schemas.microsoft.com/office/powerpoint/2010/main" val="222913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DDA4-4B46-9077-706B-A723193F9ED4}"/>
              </a:ext>
            </a:extLst>
          </p:cNvPr>
          <p:cNvSpPr>
            <a:spLocks noGrp="1"/>
          </p:cNvSpPr>
          <p:nvPr>
            <p:ph type="title"/>
          </p:nvPr>
        </p:nvSpPr>
        <p:spPr/>
        <p:txBody>
          <a:bodyPr/>
          <a:lstStyle/>
          <a:p>
            <a:r>
              <a:rPr lang="en-ZA" dirty="0"/>
              <a:t>Introduction to the problem</a:t>
            </a:r>
          </a:p>
        </p:txBody>
      </p:sp>
      <p:sp>
        <p:nvSpPr>
          <p:cNvPr id="3" name="Content Placeholder 2">
            <a:extLst>
              <a:ext uri="{FF2B5EF4-FFF2-40B4-BE49-F238E27FC236}">
                <a16:creationId xmlns:a16="http://schemas.microsoft.com/office/drawing/2014/main" id="{A7E683E7-C699-970D-7B99-891DEC7DB888}"/>
              </a:ext>
            </a:extLst>
          </p:cNvPr>
          <p:cNvSpPr>
            <a:spLocks noGrp="1"/>
          </p:cNvSpPr>
          <p:nvPr>
            <p:ph idx="1"/>
          </p:nvPr>
        </p:nvSpPr>
        <p:spPr/>
        <p:txBody>
          <a:bodyPr/>
          <a:lstStyle/>
          <a:p>
            <a:pPr marL="0" indent="0">
              <a:buNone/>
            </a:pPr>
            <a:r>
              <a:rPr lang="en-ZA" dirty="0"/>
              <a:t>G14 Healthcare Facility provides basic healthcare services to the Vanderbijlpark community. Its daily operations depend on accurate and accessible information to support patient care, appointment scheduling, treatment management, prescription records, billing and staff administration.</a:t>
            </a:r>
          </a:p>
          <a:p>
            <a:pPr marL="0" indent="0">
              <a:buNone/>
            </a:pPr>
            <a:r>
              <a:rPr lang="en-ZA" dirty="0"/>
              <a:t>However, the facility's existing flat-file system is becoming less suitable as its patient population grows The system relies heavily on manual processes, making information difficult to retrieve, update and maintain consistently.</a:t>
            </a:r>
          </a:p>
          <a:p>
            <a:endParaRPr lang="en-ZA" dirty="0"/>
          </a:p>
        </p:txBody>
      </p:sp>
    </p:spTree>
    <p:extLst>
      <p:ext uri="{BB962C8B-B14F-4D97-AF65-F5344CB8AC3E}">
        <p14:creationId xmlns:p14="http://schemas.microsoft.com/office/powerpoint/2010/main" val="157835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C432-80AA-2C7D-82ED-455EAB7BE87D}"/>
              </a:ext>
            </a:extLst>
          </p:cNvPr>
          <p:cNvSpPr>
            <a:spLocks noGrp="1"/>
          </p:cNvSpPr>
          <p:nvPr>
            <p:ph type="title"/>
          </p:nvPr>
        </p:nvSpPr>
        <p:spPr/>
        <p:txBody>
          <a:bodyPr/>
          <a:lstStyle/>
          <a:p>
            <a:r>
              <a:rPr lang="en-ZA" dirty="0"/>
              <a:t>Introduction to the problem (continued)</a:t>
            </a:r>
          </a:p>
        </p:txBody>
      </p:sp>
      <p:sp>
        <p:nvSpPr>
          <p:cNvPr id="3" name="Content Placeholder 2">
            <a:extLst>
              <a:ext uri="{FF2B5EF4-FFF2-40B4-BE49-F238E27FC236}">
                <a16:creationId xmlns:a16="http://schemas.microsoft.com/office/drawing/2014/main" id="{5BFCA415-4A1B-8E76-7271-BE9D7598B347}"/>
              </a:ext>
            </a:extLst>
          </p:cNvPr>
          <p:cNvSpPr>
            <a:spLocks noGrp="1"/>
          </p:cNvSpPr>
          <p:nvPr>
            <p:ph idx="1"/>
          </p:nvPr>
        </p:nvSpPr>
        <p:spPr>
          <a:xfrm>
            <a:off x="838200" y="1825625"/>
            <a:ext cx="10515600" cy="4667250"/>
          </a:xfrm>
        </p:spPr>
        <p:txBody>
          <a:bodyPr>
            <a:normAutofit/>
          </a:bodyPr>
          <a:lstStyle/>
          <a:p>
            <a:pPr marL="0" indent="0">
              <a:buNone/>
            </a:pPr>
            <a:r>
              <a:rPr lang="en-ZA" dirty="0"/>
              <a:t>As Group 14, we examined these challenges to understand how the current record-keeping approach affects the facility's operations. We identified several key problems that need to be addressed:</a:t>
            </a:r>
          </a:p>
          <a:p>
            <a:pPr lvl="0"/>
            <a:r>
              <a:rPr lang="en-ZA" dirty="0"/>
              <a:t>Slow information retrieval: Staff must manually search through physical files, delaying access to patient information.</a:t>
            </a:r>
          </a:p>
          <a:p>
            <a:pPr lvl="0"/>
            <a:r>
              <a:rPr lang="en-ZA" dirty="0"/>
              <a:t>Poor record storage: Paper documents occupy significant space and can be lost, damaged or misplaced</a:t>
            </a:r>
          </a:p>
          <a:p>
            <a:pPr lvl="0"/>
            <a:r>
              <a:rPr lang="en-ZA" dirty="0"/>
              <a:t>Data duplication: The same patient information may be recorded in appointment, treatment, prescription and billing files, wasting storage space and increasing the risk of inconsistencies</a:t>
            </a:r>
          </a:p>
          <a:p>
            <a:endParaRPr lang="en-ZA" dirty="0"/>
          </a:p>
        </p:txBody>
      </p:sp>
    </p:spTree>
    <p:extLst>
      <p:ext uri="{BB962C8B-B14F-4D97-AF65-F5344CB8AC3E}">
        <p14:creationId xmlns:p14="http://schemas.microsoft.com/office/powerpoint/2010/main" val="1746315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DC76-F89A-346B-8080-8E2AAF5B3A9E}"/>
              </a:ext>
            </a:extLst>
          </p:cNvPr>
          <p:cNvSpPr>
            <a:spLocks noGrp="1"/>
          </p:cNvSpPr>
          <p:nvPr>
            <p:ph type="title"/>
          </p:nvPr>
        </p:nvSpPr>
        <p:spPr/>
        <p:txBody>
          <a:bodyPr/>
          <a:lstStyle/>
          <a:p>
            <a:r>
              <a:rPr lang="en-ZA" dirty="0"/>
              <a:t>Introduction to the problem (continued)</a:t>
            </a:r>
          </a:p>
        </p:txBody>
      </p:sp>
      <p:sp>
        <p:nvSpPr>
          <p:cNvPr id="3" name="Content Placeholder 2">
            <a:extLst>
              <a:ext uri="{FF2B5EF4-FFF2-40B4-BE49-F238E27FC236}">
                <a16:creationId xmlns:a16="http://schemas.microsoft.com/office/drawing/2014/main" id="{D9A4E6C3-AC1E-B591-B485-EF5035DD64B8}"/>
              </a:ext>
            </a:extLst>
          </p:cNvPr>
          <p:cNvSpPr>
            <a:spLocks noGrp="1"/>
          </p:cNvSpPr>
          <p:nvPr>
            <p:ph idx="1"/>
          </p:nvPr>
        </p:nvSpPr>
        <p:spPr/>
        <p:txBody>
          <a:bodyPr/>
          <a:lstStyle/>
          <a:p>
            <a:pPr lvl="0"/>
            <a:r>
              <a:rPr lang="en-ZA" dirty="0"/>
              <a:t>Difficult information updates: Changes to patient details may need to be made across several files, creating opportunities for human error and outdated information.</a:t>
            </a:r>
          </a:p>
          <a:p>
            <a:pPr lvl="0"/>
            <a:r>
              <a:rPr lang="en-ZA" dirty="0"/>
              <a:t>Data integrity and security concerns: Maintaining complete, accurate and protected records becomes more difficult when information is scattered across physical documents</a:t>
            </a:r>
          </a:p>
          <a:p>
            <a:pPr lvl="0"/>
            <a:r>
              <a:rPr lang="en-ZA" dirty="0"/>
              <a:t>Inefficient reporting: Compiling reports and analysing facility operations is challenging when information is stored in separate files</a:t>
            </a:r>
          </a:p>
          <a:p>
            <a:endParaRPr lang="en-ZA" dirty="0"/>
          </a:p>
        </p:txBody>
      </p:sp>
    </p:spTree>
    <p:extLst>
      <p:ext uri="{BB962C8B-B14F-4D97-AF65-F5344CB8AC3E}">
        <p14:creationId xmlns:p14="http://schemas.microsoft.com/office/powerpoint/2010/main" val="98397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81BE-7DEA-597E-67CD-DA067147969E}"/>
              </a:ext>
            </a:extLst>
          </p:cNvPr>
          <p:cNvSpPr>
            <a:spLocks noGrp="1"/>
          </p:cNvSpPr>
          <p:nvPr>
            <p:ph type="title"/>
          </p:nvPr>
        </p:nvSpPr>
        <p:spPr/>
        <p:txBody>
          <a:bodyPr/>
          <a:lstStyle/>
          <a:p>
            <a:r>
              <a:rPr lang="en-ZA" dirty="0"/>
              <a:t>Introduction to the problem (continued)</a:t>
            </a:r>
          </a:p>
        </p:txBody>
      </p:sp>
      <p:sp>
        <p:nvSpPr>
          <p:cNvPr id="3" name="Content Placeholder 2">
            <a:extLst>
              <a:ext uri="{FF2B5EF4-FFF2-40B4-BE49-F238E27FC236}">
                <a16:creationId xmlns:a16="http://schemas.microsoft.com/office/drawing/2014/main" id="{6A404AA3-7897-0D28-8884-1E02E27A228E}"/>
              </a:ext>
            </a:extLst>
          </p:cNvPr>
          <p:cNvSpPr>
            <a:spLocks noGrp="1"/>
          </p:cNvSpPr>
          <p:nvPr>
            <p:ph idx="1"/>
          </p:nvPr>
        </p:nvSpPr>
        <p:spPr/>
        <p:txBody>
          <a:bodyPr>
            <a:normAutofit fontScale="85000" lnSpcReduction="10000"/>
          </a:bodyPr>
          <a:lstStyle/>
          <a:p>
            <a:pPr marL="0" indent="0">
              <a:buNone/>
            </a:pPr>
            <a:r>
              <a:rPr lang="en-ZA" dirty="0"/>
              <a:t>These problems affect more than the administrative side of the facility. They can contribute to patient frustration, increase staff workloads and limit the availability of information needed to support timely healthcare services</a:t>
            </a:r>
          </a:p>
          <a:p>
            <a:pPr marL="0" indent="0">
              <a:buNone/>
            </a:pPr>
            <a:r>
              <a:rPr lang="en-ZA" dirty="0"/>
              <a:t> </a:t>
            </a:r>
          </a:p>
          <a:p>
            <a:pPr marL="0" indent="0">
              <a:buNone/>
            </a:pPr>
            <a:r>
              <a:rPr lang="en-ZA" dirty="0"/>
              <a:t>Our assessment showed that the underlying issue is the way information is organised and managed Adding more physical storage or continuing to rely on manual processes would not adequately address these limitations.</a:t>
            </a:r>
          </a:p>
          <a:p>
            <a:pPr marL="0" indent="0">
              <a:buNone/>
            </a:pPr>
            <a:r>
              <a:rPr lang="en-ZA" dirty="0"/>
              <a:t> </a:t>
            </a:r>
          </a:p>
          <a:p>
            <a:pPr marL="0" indent="0">
              <a:buNone/>
            </a:pPr>
            <a:r>
              <a:rPr lang="en-ZA" dirty="0"/>
              <a:t>Group 14 therefore proposes a structured database solution designed around G14's information management needs. Our aim is to improve the organisation, accuracy and accessibility of records while creating a system that can support the facility as its operations expand</a:t>
            </a:r>
          </a:p>
          <a:p>
            <a:endParaRPr lang="en-ZA" dirty="0"/>
          </a:p>
        </p:txBody>
      </p:sp>
    </p:spTree>
    <p:extLst>
      <p:ext uri="{BB962C8B-B14F-4D97-AF65-F5344CB8AC3E}">
        <p14:creationId xmlns:p14="http://schemas.microsoft.com/office/powerpoint/2010/main" val="3154122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7C8DB-F50D-FE8D-DDBE-8AD7124B3964}"/>
              </a:ext>
            </a:extLst>
          </p:cNvPr>
          <p:cNvSpPr>
            <a:spLocks noGrp="1"/>
          </p:cNvSpPr>
          <p:nvPr>
            <p:ph type="title"/>
          </p:nvPr>
        </p:nvSpPr>
        <p:spPr/>
        <p:txBody>
          <a:bodyPr/>
          <a:lstStyle/>
          <a:p>
            <a:r>
              <a:rPr lang="en-ZA" dirty="0"/>
              <a:t>Proposed Solution</a:t>
            </a:r>
          </a:p>
        </p:txBody>
      </p:sp>
      <p:sp>
        <p:nvSpPr>
          <p:cNvPr id="3" name="Content Placeholder 2">
            <a:extLst>
              <a:ext uri="{FF2B5EF4-FFF2-40B4-BE49-F238E27FC236}">
                <a16:creationId xmlns:a16="http://schemas.microsoft.com/office/drawing/2014/main" id="{B21ADE1C-960F-30DC-667C-868DD07D9457}"/>
              </a:ext>
            </a:extLst>
          </p:cNvPr>
          <p:cNvSpPr>
            <a:spLocks noGrp="1"/>
          </p:cNvSpPr>
          <p:nvPr>
            <p:ph idx="1"/>
          </p:nvPr>
        </p:nvSpPr>
        <p:spPr/>
        <p:txBody>
          <a:bodyPr>
            <a:normAutofit fontScale="85000" lnSpcReduction="20000"/>
          </a:bodyPr>
          <a:lstStyle/>
          <a:p>
            <a:pPr marL="0" indent="0">
              <a:buNone/>
            </a:pPr>
            <a:r>
              <a:rPr lang="en-ZA" dirty="0"/>
              <a:t>TO address the identified challenges, Group 14 proposes replacing G14's existing flat-file system with a relational database management system. This solution will organise the facility's information into structured, related tables rather than keeping records scattered across separate physical files</a:t>
            </a:r>
          </a:p>
          <a:p>
            <a:pPr marL="0" indent="0">
              <a:buNone/>
            </a:pPr>
            <a:r>
              <a:rPr lang="en-ZA" dirty="0"/>
              <a:t> </a:t>
            </a:r>
          </a:p>
          <a:p>
            <a:pPr marL="0" indent="0">
              <a:buNone/>
            </a:pPr>
            <a:r>
              <a:rPr lang="en-ZA" dirty="0"/>
              <a:t>The proposed database will include tables for patients, doctors, appointments, treatments, prescriptions, bills and staff members. Each table will store information relevant to its purpose, while primary keys and foreign keys will establish relationships between the different types of records.</a:t>
            </a:r>
          </a:p>
          <a:p>
            <a:pPr marL="0" indent="0">
              <a:buNone/>
            </a:pPr>
            <a:r>
              <a:rPr lang="en-ZA" dirty="0"/>
              <a:t> </a:t>
            </a:r>
          </a:p>
          <a:p>
            <a:pPr marL="0" indent="0">
              <a:buNone/>
            </a:pPr>
            <a:r>
              <a:rPr lang="en-ZA" dirty="0"/>
              <a:t>For example, a patients information can be linked to their appointments, treatments and prescriptions. This will make it easier for authorised staff to retrieve related Information without unnecessarily duplicating the patient's details in every record.</a:t>
            </a:r>
          </a:p>
          <a:p>
            <a:endParaRPr lang="en-ZA" dirty="0"/>
          </a:p>
        </p:txBody>
      </p:sp>
    </p:spTree>
    <p:extLst>
      <p:ext uri="{BB962C8B-B14F-4D97-AF65-F5344CB8AC3E}">
        <p14:creationId xmlns:p14="http://schemas.microsoft.com/office/powerpoint/2010/main" val="1550362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CAAFD-9526-CD4B-5887-685ECE9A10F1}"/>
              </a:ext>
            </a:extLst>
          </p:cNvPr>
          <p:cNvSpPr>
            <a:spLocks noGrp="1"/>
          </p:cNvSpPr>
          <p:nvPr>
            <p:ph type="title"/>
          </p:nvPr>
        </p:nvSpPr>
        <p:spPr/>
        <p:txBody>
          <a:bodyPr/>
          <a:lstStyle/>
          <a:p>
            <a:r>
              <a:rPr lang="en-ZA" dirty="0"/>
              <a:t>Proposed Solution(continued)</a:t>
            </a:r>
          </a:p>
        </p:txBody>
      </p:sp>
      <p:sp>
        <p:nvSpPr>
          <p:cNvPr id="3" name="Content Placeholder 2">
            <a:extLst>
              <a:ext uri="{FF2B5EF4-FFF2-40B4-BE49-F238E27FC236}">
                <a16:creationId xmlns:a16="http://schemas.microsoft.com/office/drawing/2014/main" id="{D8C78FB7-904B-CE3B-AE8F-E28FCFDB4A67}"/>
              </a:ext>
            </a:extLst>
          </p:cNvPr>
          <p:cNvSpPr>
            <a:spLocks noGrp="1"/>
          </p:cNvSpPr>
          <p:nvPr>
            <p:ph idx="1"/>
          </p:nvPr>
        </p:nvSpPr>
        <p:spPr/>
        <p:txBody>
          <a:bodyPr/>
          <a:lstStyle/>
          <a:p>
            <a:pPr marL="0" indent="0">
              <a:buNone/>
            </a:pPr>
            <a:r>
              <a:rPr lang="en-ZA" dirty="0"/>
              <a:t>We will also apply database normalisation, progressing from Unnormalized Form (IJNF) through First Normal Form (INF) and Second Normal Form (2NF) to Third Normal Form (3NF). This process will help reduce unnecessary data duplication, improve consistency and maintain data integrity. In addition, appropriate access controls, security measures and backup procedures will be necessary to protect sensitive patient information. These measures will help ensure that information is accessible to authorised users while reducing the risks associated with loss or unauthorised access.</a:t>
            </a:r>
          </a:p>
          <a:p>
            <a:endParaRPr lang="en-ZA" dirty="0"/>
          </a:p>
        </p:txBody>
      </p:sp>
    </p:spTree>
    <p:extLst>
      <p:ext uri="{BB962C8B-B14F-4D97-AF65-F5344CB8AC3E}">
        <p14:creationId xmlns:p14="http://schemas.microsoft.com/office/powerpoint/2010/main" val="750571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C11A-3959-9523-726D-EB3D4118BF48}"/>
              </a:ext>
            </a:extLst>
          </p:cNvPr>
          <p:cNvSpPr>
            <a:spLocks noGrp="1"/>
          </p:cNvSpPr>
          <p:nvPr>
            <p:ph type="title"/>
          </p:nvPr>
        </p:nvSpPr>
        <p:spPr/>
        <p:txBody>
          <a:bodyPr/>
          <a:lstStyle/>
          <a:p>
            <a:r>
              <a:rPr lang="en-ZA" dirty="0"/>
              <a:t>Proposed Solution(continued)</a:t>
            </a:r>
          </a:p>
        </p:txBody>
      </p:sp>
      <p:sp>
        <p:nvSpPr>
          <p:cNvPr id="3" name="Content Placeholder 2">
            <a:extLst>
              <a:ext uri="{FF2B5EF4-FFF2-40B4-BE49-F238E27FC236}">
                <a16:creationId xmlns:a16="http://schemas.microsoft.com/office/drawing/2014/main" id="{01844FB7-0BC9-7C10-B9F4-1EA4F8649A8F}"/>
              </a:ext>
            </a:extLst>
          </p:cNvPr>
          <p:cNvSpPr>
            <a:spLocks noGrp="1"/>
          </p:cNvSpPr>
          <p:nvPr>
            <p:ph idx="1"/>
          </p:nvPr>
        </p:nvSpPr>
        <p:spPr/>
        <p:txBody>
          <a:bodyPr>
            <a:normAutofit fontScale="85000" lnSpcReduction="20000"/>
          </a:bodyPr>
          <a:lstStyle/>
          <a:p>
            <a:pPr marL="0" indent="0">
              <a:buNone/>
            </a:pPr>
            <a:r>
              <a:rPr lang="en-ZA" dirty="0"/>
              <a:t>The expected outcome is a more efficient and reliable information management system that reduces the administrative burden, improves record organisation and supports better access to patient information. Although the database cannot independently guarantee shorter waiting times or better clinical outcomes, it can address important information management problems that contribute to operational delays.</a:t>
            </a:r>
          </a:p>
          <a:p>
            <a:pPr marL="0" indent="0">
              <a:buNone/>
            </a:pPr>
            <a:r>
              <a:rPr lang="en-ZA" dirty="0"/>
              <a:t>In conclusion, Group 14's proposal focuses on solving the root cause Of G14’s record management challenges. By introducing a structured relational database, we aim to help the facility move away from inefficient manual processes towards a more organised, accurate and scalable system. This will provide a stronger foundation for managing growing patient numbers and supporting the delivery of reliable healthcare services to the community.</a:t>
            </a:r>
          </a:p>
          <a:p>
            <a:pPr marL="0" indent="0">
              <a:buNone/>
            </a:pPr>
            <a:br>
              <a:rPr lang="en-ZA" dirty="0">
                <a:effectLst/>
              </a:rPr>
            </a:br>
            <a:endParaRPr lang="en-ZA" dirty="0">
              <a:effectLst/>
            </a:endParaRPr>
          </a:p>
          <a:p>
            <a:pPr marL="0" indent="0">
              <a:buNone/>
            </a:pPr>
            <a:r>
              <a:rPr lang="en-ZA" dirty="0"/>
              <a:t> </a:t>
            </a:r>
          </a:p>
          <a:p>
            <a:endParaRPr lang="en-ZA" dirty="0"/>
          </a:p>
        </p:txBody>
      </p:sp>
    </p:spTree>
    <p:extLst>
      <p:ext uri="{BB962C8B-B14F-4D97-AF65-F5344CB8AC3E}">
        <p14:creationId xmlns:p14="http://schemas.microsoft.com/office/powerpoint/2010/main" val="743018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EB84-EE80-24C1-803F-E09E92EADAC7}"/>
              </a:ext>
            </a:extLst>
          </p:cNvPr>
          <p:cNvSpPr>
            <a:spLocks noGrp="1"/>
          </p:cNvSpPr>
          <p:nvPr>
            <p:ph type="title"/>
          </p:nvPr>
        </p:nvSpPr>
        <p:spPr/>
        <p:txBody>
          <a:bodyPr/>
          <a:lstStyle/>
          <a:p>
            <a:r>
              <a:rPr lang="en-ZA" dirty="0"/>
              <a:t>Business Rules</a:t>
            </a:r>
          </a:p>
        </p:txBody>
      </p:sp>
      <p:sp>
        <p:nvSpPr>
          <p:cNvPr id="3" name="Content Placeholder 2">
            <a:extLst>
              <a:ext uri="{FF2B5EF4-FFF2-40B4-BE49-F238E27FC236}">
                <a16:creationId xmlns:a16="http://schemas.microsoft.com/office/drawing/2014/main" id="{999F090D-417F-AA15-846F-AF58DDF3F73D}"/>
              </a:ext>
            </a:extLst>
          </p:cNvPr>
          <p:cNvSpPr>
            <a:spLocks noGrp="1"/>
          </p:cNvSpPr>
          <p:nvPr>
            <p:ph idx="1"/>
          </p:nvPr>
        </p:nvSpPr>
        <p:spPr/>
        <p:txBody>
          <a:bodyPr/>
          <a:lstStyle/>
          <a:p>
            <a:pPr marL="0" indent="0">
              <a:buNone/>
            </a:pPr>
            <a:r>
              <a:rPr lang="en-ZA" dirty="0"/>
              <a:t>These business rules were acquired by interview managerial individuals of the facility, and consulting with targeted users as to improvements that would be appropriate</a:t>
            </a:r>
          </a:p>
          <a:p>
            <a:pPr marL="0" indent="0">
              <a:buNone/>
            </a:pPr>
            <a:endParaRPr lang="en-ZA" dirty="0"/>
          </a:p>
          <a:p>
            <a:pPr marL="0" indent="0">
              <a:buNone/>
            </a:pPr>
            <a:r>
              <a:rPr lang="en-ZA" dirty="0"/>
              <a:t>The following business rules describe how G14 Healthcare Facility operates and how data is managed within the proposed relational database system. These rules are designed to support day-to-day hospital operations</a:t>
            </a:r>
          </a:p>
          <a:p>
            <a:pPr marL="0" indent="0">
              <a:buNone/>
            </a:pPr>
            <a:endParaRPr lang="en-ZA" dirty="0"/>
          </a:p>
        </p:txBody>
      </p:sp>
    </p:spTree>
    <p:extLst>
      <p:ext uri="{BB962C8B-B14F-4D97-AF65-F5344CB8AC3E}">
        <p14:creationId xmlns:p14="http://schemas.microsoft.com/office/powerpoint/2010/main" val="1765904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C98E-80C0-21A7-3EE9-D77CF831DE09}"/>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D2B3373B-FCC0-8700-E3CB-84A04960F925}"/>
              </a:ext>
            </a:extLst>
          </p:cNvPr>
          <p:cNvSpPr>
            <a:spLocks noGrp="1"/>
          </p:cNvSpPr>
          <p:nvPr>
            <p:ph idx="1"/>
          </p:nvPr>
        </p:nvSpPr>
        <p:spPr/>
        <p:txBody>
          <a:bodyPr/>
          <a:lstStyle/>
          <a:p>
            <a:pPr marL="0" indent="0">
              <a:buNone/>
            </a:pPr>
            <a:r>
              <a:rPr lang="en-ZA" b="1" dirty="0"/>
              <a:t>Patient Rules </a:t>
            </a:r>
            <a:endParaRPr lang="en-ZA" dirty="0"/>
          </a:p>
          <a:p>
            <a:r>
              <a:rPr lang="en-ZA" dirty="0"/>
              <a:t>BR1: Each patient should be identified by a </a:t>
            </a:r>
            <a:r>
              <a:rPr lang="en-ZA" dirty="0" err="1"/>
              <a:t>PatientID</a:t>
            </a:r>
            <a:r>
              <a:rPr lang="en-ZA" dirty="0"/>
              <a:t>.</a:t>
            </a:r>
          </a:p>
          <a:p>
            <a:r>
              <a:rPr lang="en-ZA" dirty="0"/>
              <a:t>BR2: A single patient could have one or more appointments with health care providers. BR3: Each appointment should have exactly one patient.</a:t>
            </a:r>
          </a:p>
          <a:p>
            <a:r>
              <a:rPr lang="en-ZA" dirty="0"/>
              <a:t>BR4: One person can receive health care services from one or more billing records.</a:t>
            </a:r>
          </a:p>
          <a:p>
            <a:r>
              <a:rPr lang="en-ZA" dirty="0"/>
              <a:t>BR5: A patient is allowed to be in the system without an appointment.</a:t>
            </a:r>
          </a:p>
          <a:p>
            <a:endParaRPr lang="en-ZA" dirty="0"/>
          </a:p>
        </p:txBody>
      </p:sp>
    </p:spTree>
    <p:extLst>
      <p:ext uri="{BB962C8B-B14F-4D97-AF65-F5344CB8AC3E}">
        <p14:creationId xmlns:p14="http://schemas.microsoft.com/office/powerpoint/2010/main" val="6500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F3B9-9534-48B2-0805-9DA68B2C7794}"/>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00FA6FF9-99AE-5A25-324A-E1CE5AC72A29}"/>
              </a:ext>
            </a:extLst>
          </p:cNvPr>
          <p:cNvSpPr>
            <a:spLocks noGrp="1"/>
          </p:cNvSpPr>
          <p:nvPr>
            <p:ph idx="1"/>
          </p:nvPr>
        </p:nvSpPr>
        <p:spPr/>
        <p:txBody>
          <a:bodyPr>
            <a:normAutofit fontScale="70000" lnSpcReduction="20000"/>
          </a:bodyPr>
          <a:lstStyle/>
          <a:p>
            <a:pPr marL="0" indent="0">
              <a:buNone/>
            </a:pPr>
            <a:r>
              <a:rPr lang="en-ZA" b="1" dirty="0"/>
              <a:t>Staff Rules </a:t>
            </a:r>
            <a:endParaRPr lang="en-ZA" dirty="0"/>
          </a:p>
          <a:p>
            <a:r>
              <a:rPr lang="en-ZA" dirty="0"/>
              <a:t>BR6: Staff should all have their own </a:t>
            </a:r>
            <a:r>
              <a:rPr lang="en-ZA" dirty="0" err="1"/>
              <a:t>StaffID</a:t>
            </a:r>
            <a:r>
              <a:rPr lang="en-ZA" dirty="0"/>
              <a:t>. </a:t>
            </a:r>
          </a:p>
          <a:p>
            <a:r>
              <a:rPr lang="en-ZA" dirty="0"/>
              <a:t>BR7: All staff members should have a </a:t>
            </a:r>
            <a:r>
              <a:rPr lang="en-ZA" dirty="0" err="1"/>
              <a:t>StaffType</a:t>
            </a:r>
            <a:r>
              <a:rPr lang="en-ZA" dirty="0"/>
              <a:t> that specifies their role in the healthcare facility. </a:t>
            </a:r>
          </a:p>
          <a:p>
            <a:r>
              <a:rPr lang="en-ZA" dirty="0"/>
              <a:t>BR8: </a:t>
            </a:r>
            <a:r>
              <a:rPr lang="en-ZA" dirty="0" err="1"/>
              <a:t>StaffType</a:t>
            </a:r>
            <a:r>
              <a:rPr lang="en-ZA" dirty="0"/>
              <a:t> can be any of the following values:</a:t>
            </a:r>
          </a:p>
          <a:p>
            <a:pPr lvl="0"/>
            <a:r>
              <a:rPr lang="en-ZA" dirty="0"/>
              <a:t>Doctor </a:t>
            </a:r>
          </a:p>
          <a:p>
            <a:pPr lvl="0"/>
            <a:r>
              <a:rPr lang="en-ZA" dirty="0"/>
              <a:t>Nurse </a:t>
            </a:r>
          </a:p>
          <a:p>
            <a:pPr lvl="0"/>
            <a:r>
              <a:rPr lang="en-ZA" dirty="0"/>
              <a:t>Receptionist</a:t>
            </a:r>
          </a:p>
          <a:p>
            <a:pPr lvl="0"/>
            <a:r>
              <a:rPr lang="en-ZA" dirty="0"/>
              <a:t>Administrator </a:t>
            </a:r>
          </a:p>
          <a:p>
            <a:r>
              <a:rPr lang="en-ZA" dirty="0"/>
              <a:t>BR9: Staff person can be in multiple treatments.</a:t>
            </a:r>
          </a:p>
          <a:p>
            <a:r>
              <a:rPr lang="en-ZA" dirty="0"/>
              <a:t> BR10: Doctors and Nurses only can be assigned to treatments. </a:t>
            </a:r>
          </a:p>
          <a:p>
            <a:r>
              <a:rPr lang="en-ZA" dirty="0"/>
              <a:t>BR11: Receptionists and Administrators are not allowed to give treatments or to supervise them.</a:t>
            </a:r>
          </a:p>
          <a:p>
            <a:endParaRPr lang="en-ZA" dirty="0"/>
          </a:p>
        </p:txBody>
      </p:sp>
    </p:spTree>
    <p:extLst>
      <p:ext uri="{BB962C8B-B14F-4D97-AF65-F5344CB8AC3E}">
        <p14:creationId xmlns:p14="http://schemas.microsoft.com/office/powerpoint/2010/main" val="3139694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86F1-F855-BA50-55C3-20F66EB4EF70}"/>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C8A827D6-2D73-CBE7-8D4F-A1E15EE106FD}"/>
              </a:ext>
            </a:extLst>
          </p:cNvPr>
          <p:cNvSpPr>
            <a:spLocks noGrp="1"/>
          </p:cNvSpPr>
          <p:nvPr>
            <p:ph idx="1"/>
          </p:nvPr>
        </p:nvSpPr>
        <p:spPr/>
        <p:txBody>
          <a:bodyPr>
            <a:normAutofit fontScale="85000" lnSpcReduction="10000"/>
          </a:bodyPr>
          <a:lstStyle/>
          <a:p>
            <a:pPr marL="0" indent="0">
              <a:buNone/>
            </a:pPr>
            <a:r>
              <a:rPr lang="en-ZA" b="1" dirty="0"/>
              <a:t>Appointment Rules</a:t>
            </a:r>
            <a:r>
              <a:rPr lang="en-ZA" dirty="0"/>
              <a:t> </a:t>
            </a:r>
          </a:p>
          <a:p>
            <a:r>
              <a:rPr lang="en-ZA" dirty="0"/>
              <a:t>BR12: An </a:t>
            </a:r>
            <a:r>
              <a:rPr lang="en-ZA" dirty="0" err="1"/>
              <a:t>AppointmentID</a:t>
            </a:r>
            <a:r>
              <a:rPr lang="en-ZA" dirty="0"/>
              <a:t> is required to be unique for each appointment.</a:t>
            </a:r>
          </a:p>
          <a:p>
            <a:r>
              <a:rPr lang="en-ZA" dirty="0"/>
              <a:t> BR13: Each appointment is supposed to have one patient assigned to it.</a:t>
            </a:r>
          </a:p>
          <a:p>
            <a:r>
              <a:rPr lang="en-ZA" dirty="0"/>
              <a:t> BR14: Multiple dates and times can be planned for a patient.</a:t>
            </a:r>
          </a:p>
          <a:p>
            <a:r>
              <a:rPr lang="en-ZA" dirty="0"/>
              <a:t> BR15: Patient must be in system for an appointment to be created. </a:t>
            </a:r>
          </a:p>
          <a:p>
            <a:r>
              <a:rPr lang="en-ZA" dirty="0"/>
              <a:t>BR16: An appointment may lead to treatment without a hospital admission.</a:t>
            </a:r>
          </a:p>
          <a:p>
            <a:r>
              <a:rPr lang="en-ZA" dirty="0"/>
              <a:t> BR17: An appointment can yield 0 or 1 admissions. </a:t>
            </a:r>
          </a:p>
          <a:p>
            <a:r>
              <a:rPr lang="en-ZA" dirty="0"/>
              <a:t>BR18: A zero, one, or many prescriptions are possible to receive during an appointment. </a:t>
            </a:r>
          </a:p>
          <a:p>
            <a:r>
              <a:rPr lang="en-ZA" dirty="0"/>
              <a:t>BR19: The status of the appointment should be reflected in the appointment status.</a:t>
            </a:r>
          </a:p>
          <a:p>
            <a:endParaRPr lang="en-ZA" dirty="0"/>
          </a:p>
        </p:txBody>
      </p:sp>
    </p:spTree>
    <p:extLst>
      <p:ext uri="{BB962C8B-B14F-4D97-AF65-F5344CB8AC3E}">
        <p14:creationId xmlns:p14="http://schemas.microsoft.com/office/powerpoint/2010/main" val="2747629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85E1-46C3-B2EC-F588-FF68C8480294}"/>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CE66E77B-8BDA-FFE2-3A7F-A30F97BE457C}"/>
              </a:ext>
            </a:extLst>
          </p:cNvPr>
          <p:cNvSpPr>
            <a:spLocks noGrp="1"/>
          </p:cNvSpPr>
          <p:nvPr>
            <p:ph idx="1"/>
          </p:nvPr>
        </p:nvSpPr>
        <p:spPr/>
        <p:txBody>
          <a:bodyPr>
            <a:normAutofit fontScale="92500" lnSpcReduction="20000"/>
          </a:bodyPr>
          <a:lstStyle/>
          <a:p>
            <a:pPr marL="0" indent="0">
              <a:buNone/>
            </a:pPr>
            <a:r>
              <a:rPr lang="en-ZA" dirty="0"/>
              <a:t> </a:t>
            </a:r>
            <a:r>
              <a:rPr lang="en-ZA" b="1" dirty="0"/>
              <a:t>Admission Rules</a:t>
            </a:r>
            <a:r>
              <a:rPr lang="en-ZA" dirty="0"/>
              <a:t> </a:t>
            </a:r>
          </a:p>
          <a:p>
            <a:r>
              <a:rPr lang="en-ZA" dirty="0"/>
              <a:t>BR20: Must ensure that each admission has a unique </a:t>
            </a:r>
            <a:r>
              <a:rPr lang="en-ZA" dirty="0" err="1"/>
              <a:t>AdmissionID</a:t>
            </a:r>
            <a:r>
              <a:rPr lang="en-ZA" dirty="0"/>
              <a:t>. </a:t>
            </a:r>
          </a:p>
          <a:p>
            <a:r>
              <a:rPr lang="en-ZA" dirty="0"/>
              <a:t>BR21: All admissions should be from one appointment. </a:t>
            </a:r>
          </a:p>
          <a:p>
            <a:r>
              <a:rPr lang="en-ZA" dirty="0"/>
              <a:t>BR22: Each admission must be given to a room. </a:t>
            </a:r>
          </a:p>
          <a:p>
            <a:r>
              <a:rPr lang="en-ZA" dirty="0"/>
              <a:t>BR23: Not all appointments result in admissions. </a:t>
            </a:r>
          </a:p>
          <a:p>
            <a:r>
              <a:rPr lang="en-ZA" dirty="0"/>
              <a:t>BR24: No admission can be made without the existence of an appointment and room assignment. </a:t>
            </a:r>
          </a:p>
          <a:p>
            <a:r>
              <a:rPr lang="en-ZA" dirty="0"/>
              <a:t>BR25: Admission and discharge dates should be documented to be able to monitor patient's stay. </a:t>
            </a:r>
          </a:p>
          <a:p>
            <a:r>
              <a:rPr lang="en-ZA" dirty="0"/>
              <a:t>BR26: It is possible for a patient to have several admissions over time.</a:t>
            </a:r>
          </a:p>
          <a:p>
            <a:r>
              <a:rPr lang="en-ZA" dirty="0"/>
              <a:t> </a:t>
            </a:r>
          </a:p>
          <a:p>
            <a:endParaRPr lang="en-ZA" dirty="0"/>
          </a:p>
        </p:txBody>
      </p:sp>
    </p:spTree>
    <p:extLst>
      <p:ext uri="{BB962C8B-B14F-4D97-AF65-F5344CB8AC3E}">
        <p14:creationId xmlns:p14="http://schemas.microsoft.com/office/powerpoint/2010/main" val="2570105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0927-21CA-AC39-4FA4-EA7181E05F31}"/>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0CDA6E91-9FC7-25CC-D212-9894A737E24C}"/>
              </a:ext>
            </a:extLst>
          </p:cNvPr>
          <p:cNvSpPr>
            <a:spLocks noGrp="1"/>
          </p:cNvSpPr>
          <p:nvPr>
            <p:ph idx="1"/>
          </p:nvPr>
        </p:nvSpPr>
        <p:spPr/>
        <p:txBody>
          <a:bodyPr/>
          <a:lstStyle/>
          <a:p>
            <a:pPr marL="0" indent="0">
              <a:buNone/>
            </a:pPr>
            <a:r>
              <a:rPr lang="en-ZA" b="1" dirty="0"/>
              <a:t>Ward Rules </a:t>
            </a:r>
            <a:endParaRPr lang="en-ZA" dirty="0"/>
          </a:p>
          <a:p>
            <a:r>
              <a:rPr lang="en-ZA" dirty="0"/>
              <a:t>BR27: Every ward should have a </a:t>
            </a:r>
            <a:r>
              <a:rPr lang="en-ZA" dirty="0" err="1"/>
              <a:t>WardID</a:t>
            </a:r>
            <a:r>
              <a:rPr lang="en-ZA" dirty="0"/>
              <a:t>. </a:t>
            </a:r>
          </a:p>
          <a:p>
            <a:r>
              <a:rPr lang="en-ZA" dirty="0"/>
              <a:t>BR28: A ward can have one or more rooms.</a:t>
            </a:r>
          </a:p>
          <a:p>
            <a:r>
              <a:rPr lang="en-ZA" dirty="0"/>
              <a:t> BR29: Each room should only be assigned to one ward. </a:t>
            </a:r>
          </a:p>
          <a:p>
            <a:r>
              <a:rPr lang="en-ZA" dirty="0"/>
              <a:t>BR30: A ward can have a number of rooms before being allocated. </a:t>
            </a:r>
          </a:p>
          <a:p>
            <a:endParaRPr lang="en-ZA" dirty="0"/>
          </a:p>
        </p:txBody>
      </p:sp>
    </p:spTree>
    <p:extLst>
      <p:ext uri="{BB962C8B-B14F-4D97-AF65-F5344CB8AC3E}">
        <p14:creationId xmlns:p14="http://schemas.microsoft.com/office/powerpoint/2010/main" val="243524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B92C-73CB-7721-C0C6-2873D4FEB1A3}"/>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FF85E92B-31C8-326C-7762-B16F6A64CE05}"/>
              </a:ext>
            </a:extLst>
          </p:cNvPr>
          <p:cNvSpPr>
            <a:spLocks noGrp="1"/>
          </p:cNvSpPr>
          <p:nvPr>
            <p:ph idx="1"/>
          </p:nvPr>
        </p:nvSpPr>
        <p:spPr/>
        <p:txBody>
          <a:bodyPr>
            <a:normAutofit fontScale="62500" lnSpcReduction="20000"/>
          </a:bodyPr>
          <a:lstStyle/>
          <a:p>
            <a:pPr marL="0" indent="0">
              <a:buNone/>
            </a:pPr>
            <a:r>
              <a:rPr lang="en-ZA" b="1" dirty="0"/>
              <a:t>Room Rules</a:t>
            </a:r>
            <a:r>
              <a:rPr lang="en-ZA" dirty="0"/>
              <a:t> </a:t>
            </a:r>
          </a:p>
          <a:p>
            <a:r>
              <a:rPr lang="en-ZA" dirty="0"/>
              <a:t>BR31: All rooms need to be assigned a </a:t>
            </a:r>
            <a:r>
              <a:rPr lang="en-ZA" dirty="0" err="1"/>
              <a:t>RoomID</a:t>
            </a:r>
            <a:r>
              <a:rPr lang="en-ZA" dirty="0"/>
              <a:t>. </a:t>
            </a:r>
          </a:p>
          <a:p>
            <a:r>
              <a:rPr lang="en-ZA" dirty="0"/>
              <a:t>BR32: All rooms will need to be designated to a ward.</a:t>
            </a:r>
          </a:p>
          <a:p>
            <a:r>
              <a:rPr lang="en-ZA" dirty="0"/>
              <a:t> BR33: A room can be opened for several different admissions over time. </a:t>
            </a:r>
          </a:p>
          <a:p>
            <a:r>
              <a:rPr lang="en-ZA" dirty="0"/>
              <a:t>BR34: One patient can only be admitted to a room at a given time. </a:t>
            </a:r>
          </a:p>
          <a:p>
            <a:r>
              <a:rPr lang="en-ZA" dirty="0"/>
              <a:t>BR35: All rooms are required to have a </a:t>
            </a:r>
            <a:r>
              <a:rPr lang="en-ZA" dirty="0" err="1"/>
              <a:t>RoomAvailability</a:t>
            </a:r>
            <a:r>
              <a:rPr lang="en-ZA" dirty="0"/>
              <a:t> status.</a:t>
            </a:r>
          </a:p>
          <a:p>
            <a:r>
              <a:rPr lang="en-ZA" dirty="0"/>
              <a:t> </a:t>
            </a:r>
          </a:p>
          <a:p>
            <a:r>
              <a:rPr lang="en-ZA" dirty="0"/>
              <a:t> BR36: </a:t>
            </a:r>
            <a:r>
              <a:rPr lang="en-ZA" dirty="0" err="1"/>
              <a:t>RoomAvailability</a:t>
            </a:r>
            <a:r>
              <a:rPr lang="en-ZA" dirty="0"/>
              <a:t> can have one of the following values: </a:t>
            </a:r>
          </a:p>
          <a:p>
            <a:pPr lvl="0"/>
            <a:r>
              <a:rPr lang="en-ZA" dirty="0"/>
              <a:t>Available                                                                                                                                                          </a:t>
            </a:r>
          </a:p>
          <a:p>
            <a:pPr lvl="0"/>
            <a:r>
              <a:rPr lang="en-ZA" dirty="0"/>
              <a:t>Occupied </a:t>
            </a:r>
          </a:p>
          <a:p>
            <a:r>
              <a:rPr lang="en-ZA" dirty="0"/>
              <a:t>BR37: A patient can only be put in a room that has the status "Available". </a:t>
            </a:r>
          </a:p>
          <a:p>
            <a:r>
              <a:rPr lang="en-ZA" dirty="0"/>
              <a:t>BR38: When the patient is admitted to the room, the status of the room should be set to "Occupied". </a:t>
            </a:r>
          </a:p>
          <a:p>
            <a:r>
              <a:rPr lang="en-ZA" dirty="0"/>
              <a:t>BR39: The room should be set to "Available" when the patient is discharged from the room.</a:t>
            </a:r>
          </a:p>
          <a:p>
            <a:endParaRPr lang="en-ZA" dirty="0"/>
          </a:p>
        </p:txBody>
      </p:sp>
    </p:spTree>
    <p:extLst>
      <p:ext uri="{BB962C8B-B14F-4D97-AF65-F5344CB8AC3E}">
        <p14:creationId xmlns:p14="http://schemas.microsoft.com/office/powerpoint/2010/main" val="227204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FAAB2-C92C-2675-FAA1-BAB6C665C659}"/>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1BA1B1B9-04EF-BD21-6FA6-E3CF3EB62A2C}"/>
              </a:ext>
            </a:extLst>
          </p:cNvPr>
          <p:cNvSpPr>
            <a:spLocks noGrp="1"/>
          </p:cNvSpPr>
          <p:nvPr>
            <p:ph idx="1"/>
          </p:nvPr>
        </p:nvSpPr>
        <p:spPr/>
        <p:txBody>
          <a:bodyPr>
            <a:normAutofit fontScale="85000" lnSpcReduction="20000"/>
          </a:bodyPr>
          <a:lstStyle/>
          <a:p>
            <a:pPr marL="0" indent="0">
              <a:buNone/>
            </a:pPr>
            <a:r>
              <a:rPr lang="en-ZA" b="1" dirty="0"/>
              <a:t> Treatment Rules</a:t>
            </a:r>
            <a:endParaRPr lang="en-ZA" dirty="0"/>
          </a:p>
          <a:p>
            <a:r>
              <a:rPr lang="en-ZA" dirty="0"/>
              <a:t> BR40: Treatments must have a unique </a:t>
            </a:r>
            <a:r>
              <a:rPr lang="en-ZA" dirty="0" err="1"/>
              <a:t>TreatmentID</a:t>
            </a:r>
            <a:r>
              <a:rPr lang="en-ZA" dirty="0"/>
              <a:t>. </a:t>
            </a:r>
          </a:p>
          <a:p>
            <a:r>
              <a:rPr lang="en-ZA" dirty="0"/>
              <a:t>BR41: All treatments should have an appointment. </a:t>
            </a:r>
          </a:p>
          <a:p>
            <a:r>
              <a:rPr lang="en-ZA" dirty="0"/>
              <a:t>BR42: All treatments are to be carried out or supervised by one member of staff.</a:t>
            </a:r>
          </a:p>
          <a:p>
            <a:r>
              <a:rPr lang="en-ZA" dirty="0"/>
              <a:t> BR43: Depending on the patient, one or more treatments may be required for an appointment. </a:t>
            </a:r>
          </a:p>
          <a:p>
            <a:r>
              <a:rPr lang="en-ZA" dirty="0"/>
              <a:t>BR44: Record treatment details such as diagnosis and treatment description for all treatment given. </a:t>
            </a:r>
          </a:p>
          <a:p>
            <a:r>
              <a:rPr lang="en-ZA" dirty="0"/>
              <a:t>BR45: If there is no valid appointment, then there is no treatment.</a:t>
            </a:r>
          </a:p>
          <a:p>
            <a:r>
              <a:rPr lang="en-ZA" dirty="0"/>
              <a:t> BR46: A treatment may be provided to either an outpatient or an admitted patient. </a:t>
            </a:r>
          </a:p>
          <a:p>
            <a:endParaRPr lang="en-ZA" dirty="0"/>
          </a:p>
        </p:txBody>
      </p:sp>
    </p:spTree>
    <p:extLst>
      <p:ext uri="{BB962C8B-B14F-4D97-AF65-F5344CB8AC3E}">
        <p14:creationId xmlns:p14="http://schemas.microsoft.com/office/powerpoint/2010/main" val="3744799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78C1B-277E-DAC9-4521-6FC69C821C11}"/>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FCADF921-AF40-A353-DB2F-8C400342729A}"/>
              </a:ext>
            </a:extLst>
          </p:cNvPr>
          <p:cNvSpPr>
            <a:spLocks noGrp="1"/>
          </p:cNvSpPr>
          <p:nvPr>
            <p:ph idx="1"/>
          </p:nvPr>
        </p:nvSpPr>
        <p:spPr/>
        <p:txBody>
          <a:bodyPr/>
          <a:lstStyle/>
          <a:p>
            <a:pPr marL="0" indent="0">
              <a:buNone/>
            </a:pPr>
            <a:r>
              <a:rPr lang="en-ZA" b="1" dirty="0"/>
              <a:t>Medicine Rules</a:t>
            </a:r>
            <a:endParaRPr lang="en-ZA" dirty="0"/>
          </a:p>
          <a:p>
            <a:r>
              <a:rPr lang="en-ZA" dirty="0"/>
              <a:t> BR47: A </a:t>
            </a:r>
            <a:r>
              <a:rPr lang="en-ZA" dirty="0" err="1"/>
              <a:t>MedicineID</a:t>
            </a:r>
            <a:r>
              <a:rPr lang="en-ZA" dirty="0"/>
              <a:t> should be unique for each medicine. </a:t>
            </a:r>
          </a:p>
          <a:p>
            <a:r>
              <a:rPr lang="en-ZA" dirty="0"/>
              <a:t>BR48: There must exist a </a:t>
            </a:r>
            <a:r>
              <a:rPr lang="en-ZA" dirty="0" err="1"/>
              <a:t>MedicineName</a:t>
            </a:r>
            <a:r>
              <a:rPr lang="en-ZA" dirty="0"/>
              <a:t> for every medicine. </a:t>
            </a:r>
          </a:p>
          <a:p>
            <a:r>
              <a:rPr lang="en-ZA" dirty="0"/>
              <a:t>BR49: Stock value should be assigned to every medicine to show the amount of medicine available. </a:t>
            </a:r>
          </a:p>
          <a:p>
            <a:r>
              <a:rPr lang="en-ZA" dirty="0"/>
              <a:t>BR50: A drug can be prescribed for several different prescriptions. </a:t>
            </a:r>
          </a:p>
          <a:p>
            <a:r>
              <a:rPr lang="en-ZA" dirty="0"/>
              <a:t>BR51: A medicine can be in the system without a prescription. </a:t>
            </a:r>
          </a:p>
          <a:p>
            <a:r>
              <a:rPr lang="en-ZA" dirty="0"/>
              <a:t>BR52: Stock levels should be adjusted whenever medication is supplied via a prescription. </a:t>
            </a:r>
          </a:p>
          <a:p>
            <a:endParaRPr lang="en-ZA" dirty="0"/>
          </a:p>
        </p:txBody>
      </p:sp>
    </p:spTree>
    <p:extLst>
      <p:ext uri="{BB962C8B-B14F-4D97-AF65-F5344CB8AC3E}">
        <p14:creationId xmlns:p14="http://schemas.microsoft.com/office/powerpoint/2010/main" val="1529702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3715-81B2-4C08-D169-46F99D20E135}"/>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C4A842F0-90D3-C127-7540-0AE583713B89}"/>
              </a:ext>
            </a:extLst>
          </p:cNvPr>
          <p:cNvSpPr>
            <a:spLocks noGrp="1"/>
          </p:cNvSpPr>
          <p:nvPr>
            <p:ph idx="1"/>
          </p:nvPr>
        </p:nvSpPr>
        <p:spPr/>
        <p:txBody>
          <a:bodyPr>
            <a:normAutofit fontScale="92500"/>
          </a:bodyPr>
          <a:lstStyle/>
          <a:p>
            <a:pPr marL="0" indent="0">
              <a:buNone/>
            </a:pPr>
            <a:r>
              <a:rPr lang="en-ZA" b="1" dirty="0"/>
              <a:t>Prescription Rules</a:t>
            </a:r>
            <a:r>
              <a:rPr lang="en-ZA" dirty="0"/>
              <a:t> </a:t>
            </a:r>
          </a:p>
          <a:p>
            <a:r>
              <a:rPr lang="en-ZA" dirty="0"/>
              <a:t>BR53: A </a:t>
            </a:r>
            <a:r>
              <a:rPr lang="en-ZA" dirty="0" err="1"/>
              <a:t>PrescriptionID</a:t>
            </a:r>
            <a:r>
              <a:rPr lang="en-ZA" dirty="0"/>
              <a:t> must be unique for each prescription.</a:t>
            </a:r>
          </a:p>
          <a:p>
            <a:r>
              <a:rPr lang="en-ZA" dirty="0"/>
              <a:t> BR54: Each prescription should be linked to an appointment. </a:t>
            </a:r>
          </a:p>
          <a:p>
            <a:r>
              <a:rPr lang="en-ZA" dirty="0"/>
              <a:t>BR55: All prescriptions include one medicine. </a:t>
            </a:r>
          </a:p>
          <a:p>
            <a:r>
              <a:rPr lang="en-ZA" dirty="0"/>
              <a:t>BR56: There must be an appointment when a prescription is issued.</a:t>
            </a:r>
          </a:p>
          <a:p>
            <a:r>
              <a:rPr lang="en-ZA" dirty="0"/>
              <a:t> BR57: For every prescription there is a medicine that goes with it. </a:t>
            </a:r>
          </a:p>
          <a:p>
            <a:r>
              <a:rPr lang="en-ZA" dirty="0"/>
              <a:t>BR58: Multiple prescriptions can be issued for one appointment. </a:t>
            </a:r>
          </a:p>
          <a:p>
            <a:r>
              <a:rPr lang="en-ZA" dirty="0"/>
              <a:t>BR59: A Medicine can be issued on more than one Prescription. </a:t>
            </a:r>
          </a:p>
          <a:p>
            <a:r>
              <a:rPr lang="en-ZA" dirty="0"/>
              <a:t>BR60: There shall be records of dosage for each prescription.</a:t>
            </a:r>
          </a:p>
          <a:p>
            <a:endParaRPr lang="en-ZA" dirty="0"/>
          </a:p>
        </p:txBody>
      </p:sp>
    </p:spTree>
    <p:extLst>
      <p:ext uri="{BB962C8B-B14F-4D97-AF65-F5344CB8AC3E}">
        <p14:creationId xmlns:p14="http://schemas.microsoft.com/office/powerpoint/2010/main" val="236059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6D535-AB57-3D68-95A8-8EEC7F8CF531}"/>
              </a:ext>
            </a:extLst>
          </p:cNvPr>
          <p:cNvSpPr>
            <a:spLocks noGrp="1"/>
          </p:cNvSpPr>
          <p:nvPr>
            <p:ph type="title"/>
          </p:nvPr>
        </p:nvSpPr>
        <p:spPr/>
        <p:txBody>
          <a:bodyPr/>
          <a:lstStyle/>
          <a:p>
            <a:r>
              <a:rPr lang="en-ZA" dirty="0"/>
              <a:t>Business Rules(continued)</a:t>
            </a:r>
            <a:br>
              <a:rPr lang="en-ZA" dirty="0"/>
            </a:br>
            <a:endParaRPr lang="en-ZA" dirty="0"/>
          </a:p>
        </p:txBody>
      </p:sp>
      <p:sp>
        <p:nvSpPr>
          <p:cNvPr id="3" name="Content Placeholder 2">
            <a:extLst>
              <a:ext uri="{FF2B5EF4-FFF2-40B4-BE49-F238E27FC236}">
                <a16:creationId xmlns:a16="http://schemas.microsoft.com/office/drawing/2014/main" id="{C8267366-4CCE-342B-BA31-DEDE990DC9F8}"/>
              </a:ext>
            </a:extLst>
          </p:cNvPr>
          <p:cNvSpPr>
            <a:spLocks noGrp="1"/>
          </p:cNvSpPr>
          <p:nvPr>
            <p:ph idx="1"/>
          </p:nvPr>
        </p:nvSpPr>
        <p:spPr/>
        <p:txBody>
          <a:bodyPr>
            <a:normAutofit fontScale="92500" lnSpcReduction="20000"/>
          </a:bodyPr>
          <a:lstStyle/>
          <a:p>
            <a:pPr marL="0" indent="0">
              <a:buNone/>
            </a:pPr>
            <a:r>
              <a:rPr lang="en-ZA" b="1" dirty="0"/>
              <a:t>Billing Rules</a:t>
            </a:r>
            <a:r>
              <a:rPr lang="en-ZA" dirty="0"/>
              <a:t> </a:t>
            </a:r>
          </a:p>
          <a:p>
            <a:r>
              <a:rPr lang="en-ZA" dirty="0"/>
              <a:t>BR61: Each </a:t>
            </a:r>
            <a:r>
              <a:rPr lang="en-ZA" dirty="0" err="1"/>
              <a:t>BillingRecord</a:t>
            </a:r>
            <a:r>
              <a:rPr lang="en-ZA" dirty="0"/>
              <a:t> must be distinctively represented by a </a:t>
            </a:r>
            <a:r>
              <a:rPr lang="en-ZA" dirty="0" err="1"/>
              <a:t>BillID</a:t>
            </a:r>
            <a:r>
              <a:rPr lang="en-ZA" dirty="0"/>
              <a:t>. </a:t>
            </a:r>
          </a:p>
          <a:p>
            <a:r>
              <a:rPr lang="en-ZA" dirty="0"/>
              <a:t>BR62: Each bill must have the identifier of one patient.</a:t>
            </a:r>
          </a:p>
          <a:p>
            <a:r>
              <a:rPr lang="en-ZA" dirty="0"/>
              <a:t> BR63: A patient may have multiple billing records. </a:t>
            </a:r>
          </a:p>
          <a:p>
            <a:r>
              <a:rPr lang="en-ZA" dirty="0"/>
              <a:t>BR64: </a:t>
            </a:r>
            <a:r>
              <a:rPr lang="en-ZA" dirty="0" err="1"/>
              <a:t>PaymentStatus</a:t>
            </a:r>
            <a:r>
              <a:rPr lang="en-ZA" dirty="0"/>
              <a:t> is required to have one of the following values:</a:t>
            </a:r>
          </a:p>
          <a:p>
            <a:pPr lvl="0"/>
            <a:r>
              <a:rPr lang="en-ZA" dirty="0"/>
              <a:t>Paid</a:t>
            </a:r>
          </a:p>
          <a:p>
            <a:pPr lvl="0"/>
            <a:r>
              <a:rPr lang="en-ZA" dirty="0"/>
              <a:t>Pending</a:t>
            </a:r>
          </a:p>
          <a:p>
            <a:pPr lvl="0"/>
            <a:r>
              <a:rPr lang="en-ZA" dirty="0"/>
              <a:t>Overdue </a:t>
            </a:r>
          </a:p>
          <a:p>
            <a:r>
              <a:rPr lang="en-ZA" dirty="0"/>
              <a:t>BR65: Billing records shall be accurate to reflect services provided to the patient during the course of appointments, admissions, treatments and prescriptions.</a:t>
            </a:r>
          </a:p>
          <a:p>
            <a:endParaRPr lang="en-ZA" dirty="0"/>
          </a:p>
        </p:txBody>
      </p:sp>
    </p:spTree>
    <p:extLst>
      <p:ext uri="{BB962C8B-B14F-4D97-AF65-F5344CB8AC3E}">
        <p14:creationId xmlns:p14="http://schemas.microsoft.com/office/powerpoint/2010/main" val="846717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3932A-1460-5094-D900-DF5CCEDC30D0}"/>
              </a:ext>
            </a:extLst>
          </p:cNvPr>
          <p:cNvSpPr>
            <a:spLocks noGrp="1"/>
          </p:cNvSpPr>
          <p:nvPr>
            <p:ph type="title"/>
          </p:nvPr>
        </p:nvSpPr>
        <p:spPr/>
        <p:txBody>
          <a:bodyPr/>
          <a:lstStyle/>
          <a:p>
            <a:r>
              <a:rPr lang="en-ZA" dirty="0"/>
              <a:t>Business Rules(continued)</a:t>
            </a:r>
          </a:p>
        </p:txBody>
      </p:sp>
      <p:sp>
        <p:nvSpPr>
          <p:cNvPr id="3" name="Content Placeholder 2">
            <a:extLst>
              <a:ext uri="{FF2B5EF4-FFF2-40B4-BE49-F238E27FC236}">
                <a16:creationId xmlns:a16="http://schemas.microsoft.com/office/drawing/2014/main" id="{3444FD14-C649-D21B-01B3-B0DDA0FFE322}"/>
              </a:ext>
            </a:extLst>
          </p:cNvPr>
          <p:cNvSpPr>
            <a:spLocks noGrp="1"/>
          </p:cNvSpPr>
          <p:nvPr>
            <p:ph idx="1"/>
          </p:nvPr>
        </p:nvSpPr>
        <p:spPr/>
        <p:txBody>
          <a:bodyPr>
            <a:normAutofit fontScale="92500" lnSpcReduction="20000"/>
          </a:bodyPr>
          <a:lstStyle/>
          <a:p>
            <a:pPr marL="0" indent="0">
              <a:buNone/>
            </a:pPr>
            <a:r>
              <a:rPr lang="en-ZA" b="1" dirty="0"/>
              <a:t>Relationship and Cardinality Summary</a:t>
            </a:r>
            <a:endParaRPr lang="en-ZA" dirty="0"/>
          </a:p>
          <a:p>
            <a:r>
              <a:rPr lang="en-ZA" dirty="0"/>
              <a:t> One Patient can have many Appointments.</a:t>
            </a:r>
          </a:p>
          <a:p>
            <a:r>
              <a:rPr lang="en-ZA" dirty="0"/>
              <a:t>  One Patient can have many Billing records. </a:t>
            </a:r>
          </a:p>
          <a:p>
            <a:r>
              <a:rPr lang="en-ZA" dirty="0"/>
              <a:t> One Appointment can have many Treatments. </a:t>
            </a:r>
          </a:p>
          <a:p>
            <a:r>
              <a:rPr lang="en-ZA" dirty="0"/>
              <a:t> One Appointment can have many Prescriptions.</a:t>
            </a:r>
          </a:p>
          <a:p>
            <a:r>
              <a:rPr lang="en-ZA" dirty="0"/>
              <a:t>  Zero or one Admission can be created from one Appointment. </a:t>
            </a:r>
          </a:p>
          <a:p>
            <a:r>
              <a:rPr lang="en-ZA" dirty="0"/>
              <a:t> There may be several Rooms in each Ward.</a:t>
            </a:r>
          </a:p>
          <a:p>
            <a:r>
              <a:rPr lang="en-ZA" dirty="0"/>
              <a:t>  One Room can accommodate many Admissions over time.</a:t>
            </a:r>
          </a:p>
          <a:p>
            <a:r>
              <a:rPr lang="en-ZA" dirty="0"/>
              <a:t>  Many Treatments can be done by one Staff member. </a:t>
            </a:r>
          </a:p>
          <a:p>
            <a:r>
              <a:rPr lang="en-ZA" dirty="0"/>
              <a:t> One Medicine can be found in several Prescriptions.</a:t>
            </a:r>
          </a:p>
          <a:p>
            <a:endParaRPr lang="en-ZA" dirty="0"/>
          </a:p>
        </p:txBody>
      </p:sp>
    </p:spTree>
    <p:extLst>
      <p:ext uri="{BB962C8B-B14F-4D97-AF65-F5344CB8AC3E}">
        <p14:creationId xmlns:p14="http://schemas.microsoft.com/office/powerpoint/2010/main" val="819552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BA1D-4906-BD53-5396-5833976A7ECD}"/>
              </a:ext>
            </a:extLst>
          </p:cNvPr>
          <p:cNvSpPr>
            <a:spLocks noGrp="1"/>
          </p:cNvSpPr>
          <p:nvPr>
            <p:ph type="title"/>
          </p:nvPr>
        </p:nvSpPr>
        <p:spPr/>
        <p:txBody>
          <a:bodyPr/>
          <a:lstStyle/>
          <a:p>
            <a:r>
              <a:rPr lang="en-ZA" dirty="0"/>
              <a:t>Business Rules (Summary)</a:t>
            </a:r>
          </a:p>
        </p:txBody>
      </p:sp>
      <p:sp>
        <p:nvSpPr>
          <p:cNvPr id="3" name="Content Placeholder 2">
            <a:extLst>
              <a:ext uri="{FF2B5EF4-FFF2-40B4-BE49-F238E27FC236}">
                <a16:creationId xmlns:a16="http://schemas.microsoft.com/office/drawing/2014/main" id="{9251B82A-5C26-FAE7-3C13-7FB659FDB68F}"/>
              </a:ext>
            </a:extLst>
          </p:cNvPr>
          <p:cNvSpPr>
            <a:spLocks noGrp="1"/>
          </p:cNvSpPr>
          <p:nvPr>
            <p:ph idx="1"/>
          </p:nvPr>
        </p:nvSpPr>
        <p:spPr/>
        <p:txBody>
          <a:bodyPr/>
          <a:lstStyle/>
          <a:p>
            <a:pPr marL="0" indent="0">
              <a:buNone/>
            </a:pPr>
            <a:r>
              <a:rPr lang="en-ZA" dirty="0"/>
              <a:t>These business rules help to ensure that the proposed relational database will meet the business requirements of G14 Healthcare Facility. The rules define clearly the relationship between patients, appointments, admissions, wards, rooms, staff, treatments, medicines, prescriptions and billing records, while also guaranteeing data consistency, avoiding data duplication through Third Normal Form (3NF), and supporting both outpatient and inpatient healthcare services.</a:t>
            </a:r>
          </a:p>
          <a:p>
            <a:endParaRPr lang="en-ZA" dirty="0"/>
          </a:p>
        </p:txBody>
      </p:sp>
    </p:spTree>
    <p:extLst>
      <p:ext uri="{BB962C8B-B14F-4D97-AF65-F5344CB8AC3E}">
        <p14:creationId xmlns:p14="http://schemas.microsoft.com/office/powerpoint/2010/main" val="2587809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3B944-DD7E-C587-9611-580C6F039CA6}"/>
              </a:ext>
            </a:extLst>
          </p:cNvPr>
          <p:cNvSpPr>
            <a:spLocks noGrp="1"/>
          </p:cNvSpPr>
          <p:nvPr>
            <p:ph type="title"/>
          </p:nvPr>
        </p:nvSpPr>
        <p:spPr/>
        <p:txBody>
          <a:bodyPr/>
          <a:lstStyle/>
          <a:p>
            <a:r>
              <a:rPr lang="en-ZA" dirty="0"/>
              <a:t>Database Normalization</a:t>
            </a:r>
          </a:p>
        </p:txBody>
      </p:sp>
      <p:sp>
        <p:nvSpPr>
          <p:cNvPr id="3" name="Content Placeholder 2">
            <a:extLst>
              <a:ext uri="{FF2B5EF4-FFF2-40B4-BE49-F238E27FC236}">
                <a16:creationId xmlns:a16="http://schemas.microsoft.com/office/drawing/2014/main" id="{F0598675-AC8E-3F2A-4582-61E1F7E21BF7}"/>
              </a:ext>
            </a:extLst>
          </p:cNvPr>
          <p:cNvSpPr>
            <a:spLocks noGrp="1"/>
          </p:cNvSpPr>
          <p:nvPr>
            <p:ph idx="1"/>
          </p:nvPr>
        </p:nvSpPr>
        <p:spPr/>
        <p:txBody>
          <a:bodyPr>
            <a:normAutofit lnSpcReduction="10000"/>
          </a:bodyPr>
          <a:lstStyle/>
          <a:p>
            <a:pPr marL="0" indent="0">
              <a:buNone/>
            </a:pPr>
            <a:r>
              <a:rPr lang="en-ZA" dirty="0"/>
              <a:t>Database normalization was done to convert the existing flat file system of the G14 Healthcare Facility into a structured relational database. This current flat-file system combines patient, staff, treatment, room and billing data all in the same file, which leads to duplicated records, inefficient data retrieval and challenges with data updates.</a:t>
            </a:r>
          </a:p>
          <a:p>
            <a:pPr marL="0" indent="0">
              <a:buNone/>
            </a:pPr>
            <a:r>
              <a:rPr lang="en-ZA" dirty="0"/>
              <a:t>The normalization process was performed from First Normal Form (1NF) to Third Normal Form (3NF) in order to reduce data duplication, ensure data integrity and to design the database structure to meet the requirements of G14 Healthcare Facility's operations.</a:t>
            </a:r>
          </a:p>
        </p:txBody>
      </p:sp>
    </p:spTree>
    <p:extLst>
      <p:ext uri="{BB962C8B-B14F-4D97-AF65-F5344CB8AC3E}">
        <p14:creationId xmlns:p14="http://schemas.microsoft.com/office/powerpoint/2010/main" val="3941166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0113-77CF-8BD6-31F5-3AE13896612E}"/>
              </a:ext>
            </a:extLst>
          </p:cNvPr>
          <p:cNvSpPr>
            <a:spLocks noGrp="1"/>
          </p:cNvSpPr>
          <p:nvPr>
            <p:ph type="title"/>
          </p:nvPr>
        </p:nvSpPr>
        <p:spPr/>
        <p:txBody>
          <a:bodyPr/>
          <a:lstStyle/>
          <a:p>
            <a:r>
              <a:rPr lang="en-ZA" dirty="0"/>
              <a:t>Unnormalized</a:t>
            </a:r>
            <a:r>
              <a:rPr lang="en-ZA" u="sng" dirty="0"/>
              <a:t> </a:t>
            </a:r>
            <a:r>
              <a:rPr lang="en-ZA" dirty="0"/>
              <a:t>Form (UNF)</a:t>
            </a:r>
          </a:p>
        </p:txBody>
      </p:sp>
      <p:sp>
        <p:nvSpPr>
          <p:cNvPr id="3" name="Content Placeholder 2">
            <a:extLst>
              <a:ext uri="{FF2B5EF4-FFF2-40B4-BE49-F238E27FC236}">
                <a16:creationId xmlns:a16="http://schemas.microsoft.com/office/drawing/2014/main" id="{41FCB568-7C75-7E8E-AC80-AAF044AD6626}"/>
              </a:ext>
            </a:extLst>
          </p:cNvPr>
          <p:cNvSpPr>
            <a:spLocks noGrp="1"/>
          </p:cNvSpPr>
          <p:nvPr>
            <p:ph idx="1"/>
          </p:nvPr>
        </p:nvSpPr>
        <p:spPr/>
        <p:txBody>
          <a:bodyPr/>
          <a:lstStyle/>
          <a:p>
            <a:pPr marL="0" indent="0">
              <a:buNone/>
            </a:pPr>
            <a:r>
              <a:rPr lang="en-ZA" dirty="0"/>
              <a:t>In the original flat-file system used by G14 Healthcare Facility, information relating to patients, appointments, admissions, rooms, wards, staff members, treatments, medicines, prescriptions and billing records was stored together in a single table.</a:t>
            </a:r>
          </a:p>
          <a:p>
            <a:endParaRPr lang="en-ZA" dirty="0"/>
          </a:p>
        </p:txBody>
      </p:sp>
    </p:spTree>
    <p:extLst>
      <p:ext uri="{BB962C8B-B14F-4D97-AF65-F5344CB8AC3E}">
        <p14:creationId xmlns:p14="http://schemas.microsoft.com/office/powerpoint/2010/main" val="2794528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46EA8-4A62-363B-133D-6B9278B32B10}"/>
              </a:ext>
            </a:extLst>
          </p:cNvPr>
          <p:cNvSpPr>
            <a:spLocks noGrp="1"/>
          </p:cNvSpPr>
          <p:nvPr>
            <p:ph type="title"/>
          </p:nvPr>
        </p:nvSpPr>
        <p:spPr/>
        <p:txBody>
          <a:bodyPr/>
          <a:lstStyle/>
          <a:p>
            <a:r>
              <a:rPr lang="en-ZA" dirty="0"/>
              <a:t>UNF (continued)</a:t>
            </a:r>
            <a:br>
              <a:rPr lang="en-ZA" dirty="0"/>
            </a:br>
            <a:r>
              <a:rPr lang="en-ZA" dirty="0" err="1"/>
              <a:t>unnormarlized</a:t>
            </a:r>
            <a:r>
              <a:rPr lang="en-ZA" dirty="0"/>
              <a:t> Data</a:t>
            </a:r>
          </a:p>
        </p:txBody>
      </p:sp>
      <p:graphicFrame>
        <p:nvGraphicFramePr>
          <p:cNvPr id="4" name="Content Placeholder 3">
            <a:extLst>
              <a:ext uri="{FF2B5EF4-FFF2-40B4-BE49-F238E27FC236}">
                <a16:creationId xmlns:a16="http://schemas.microsoft.com/office/drawing/2014/main" id="{2A71B1E6-2B56-53A4-6088-E425568F72FC}"/>
              </a:ext>
            </a:extLst>
          </p:cNvPr>
          <p:cNvGraphicFramePr>
            <a:graphicFrameLocks noGrp="1"/>
          </p:cNvGraphicFramePr>
          <p:nvPr>
            <p:ph idx="1"/>
            <p:extLst>
              <p:ext uri="{D42A27DB-BD31-4B8C-83A1-F6EECF244321}">
                <p14:modId xmlns:p14="http://schemas.microsoft.com/office/powerpoint/2010/main" val="2966345657"/>
              </p:ext>
            </p:extLst>
          </p:nvPr>
        </p:nvGraphicFramePr>
        <p:xfrm>
          <a:off x="945777" y="2178424"/>
          <a:ext cx="10515600" cy="3630705"/>
        </p:xfrm>
        <a:graphic>
          <a:graphicData uri="http://schemas.openxmlformats.org/drawingml/2006/table">
            <a:tbl>
              <a:tblPr firstRow="1" firstCol="1" bandRow="1">
                <a:tableStyleId>{5C22544A-7EE6-4342-B048-85BDC9FD1C3A}</a:tableStyleId>
              </a:tblPr>
              <a:tblGrid>
                <a:gridCol w="1314450">
                  <a:extLst>
                    <a:ext uri="{9D8B030D-6E8A-4147-A177-3AD203B41FA5}">
                      <a16:colId xmlns:a16="http://schemas.microsoft.com/office/drawing/2014/main" val="3530105143"/>
                    </a:ext>
                  </a:extLst>
                </a:gridCol>
                <a:gridCol w="1314450">
                  <a:extLst>
                    <a:ext uri="{9D8B030D-6E8A-4147-A177-3AD203B41FA5}">
                      <a16:colId xmlns:a16="http://schemas.microsoft.com/office/drawing/2014/main" val="2909744766"/>
                    </a:ext>
                  </a:extLst>
                </a:gridCol>
                <a:gridCol w="1314450">
                  <a:extLst>
                    <a:ext uri="{9D8B030D-6E8A-4147-A177-3AD203B41FA5}">
                      <a16:colId xmlns:a16="http://schemas.microsoft.com/office/drawing/2014/main" val="377481515"/>
                    </a:ext>
                  </a:extLst>
                </a:gridCol>
                <a:gridCol w="1314450">
                  <a:extLst>
                    <a:ext uri="{9D8B030D-6E8A-4147-A177-3AD203B41FA5}">
                      <a16:colId xmlns:a16="http://schemas.microsoft.com/office/drawing/2014/main" val="2616907562"/>
                    </a:ext>
                  </a:extLst>
                </a:gridCol>
                <a:gridCol w="1314450">
                  <a:extLst>
                    <a:ext uri="{9D8B030D-6E8A-4147-A177-3AD203B41FA5}">
                      <a16:colId xmlns:a16="http://schemas.microsoft.com/office/drawing/2014/main" val="3109164772"/>
                    </a:ext>
                  </a:extLst>
                </a:gridCol>
                <a:gridCol w="1314450">
                  <a:extLst>
                    <a:ext uri="{9D8B030D-6E8A-4147-A177-3AD203B41FA5}">
                      <a16:colId xmlns:a16="http://schemas.microsoft.com/office/drawing/2014/main" val="1324059818"/>
                    </a:ext>
                  </a:extLst>
                </a:gridCol>
                <a:gridCol w="1314450">
                  <a:extLst>
                    <a:ext uri="{9D8B030D-6E8A-4147-A177-3AD203B41FA5}">
                      <a16:colId xmlns:a16="http://schemas.microsoft.com/office/drawing/2014/main" val="4177175765"/>
                    </a:ext>
                  </a:extLst>
                </a:gridCol>
                <a:gridCol w="1314450">
                  <a:extLst>
                    <a:ext uri="{9D8B030D-6E8A-4147-A177-3AD203B41FA5}">
                      <a16:colId xmlns:a16="http://schemas.microsoft.com/office/drawing/2014/main" val="2969513286"/>
                    </a:ext>
                  </a:extLst>
                </a:gridCol>
              </a:tblGrid>
              <a:tr h="726141">
                <a:tc>
                  <a:txBody>
                    <a:bodyPr/>
                    <a:lstStyle/>
                    <a:p>
                      <a:pPr>
                        <a:lnSpc>
                          <a:spcPct val="115000"/>
                        </a:lnSpc>
                        <a:spcAft>
                          <a:spcPts val="800"/>
                        </a:spcAft>
                        <a:buNone/>
                      </a:pPr>
                      <a:r>
                        <a:rPr lang="en-ZA" sz="1200" kern="100">
                          <a:effectLst/>
                        </a:rPr>
                        <a:t>PatientID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PatientName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err="1">
                          <a:effectLst/>
                        </a:rPr>
                        <a:t>TreatmentID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PrescriptionID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MedicineName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BillAmount</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3547712"/>
                  </a:ext>
                </a:extLst>
              </a:tr>
              <a:tr h="726141">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John Smith</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T001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Amlodipine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General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1500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86721090"/>
                  </a:ext>
                </a:extLst>
              </a:tr>
              <a:tr h="726141">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John Smith</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T002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Aspirin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General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1500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83464651"/>
                  </a:ext>
                </a:extLst>
              </a:tr>
              <a:tr h="726141">
                <a:tc>
                  <a:txBody>
                    <a:bodyPr/>
                    <a:lstStyle/>
                    <a:p>
                      <a:pPr>
                        <a:lnSpc>
                          <a:spcPct val="115000"/>
                        </a:lnSpc>
                        <a:spcAft>
                          <a:spcPts val="800"/>
                        </a:spcAft>
                        <a:buNone/>
                      </a:pPr>
                      <a:r>
                        <a:rPr lang="en-ZA" sz="1200" kern="100">
                          <a:effectLst/>
                        </a:rPr>
                        <a:t>P002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Mary Jones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T003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Paracetamol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Surgical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2200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5424299"/>
                  </a:ext>
                </a:extLst>
              </a:tr>
              <a:tr h="726141">
                <a:tc>
                  <a:txBody>
                    <a:bodyPr/>
                    <a:lstStyle/>
                    <a:p>
                      <a:pPr>
                        <a:lnSpc>
                          <a:spcPct val="115000"/>
                        </a:lnSpc>
                        <a:spcAft>
                          <a:spcPts val="800"/>
                        </a:spcAft>
                        <a:buNone/>
                      </a:pPr>
                      <a:r>
                        <a:rPr lang="en-ZA" sz="1200" kern="100" dirty="0">
                          <a:effectLst/>
                        </a:rPr>
                        <a:t>P003</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David Brown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T004</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PR004</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Metformin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ICU</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1800</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67721656"/>
                  </a:ext>
                </a:extLst>
              </a:tr>
            </a:tbl>
          </a:graphicData>
        </a:graphic>
      </p:graphicFrame>
    </p:spTree>
    <p:extLst>
      <p:ext uri="{BB962C8B-B14F-4D97-AF65-F5344CB8AC3E}">
        <p14:creationId xmlns:p14="http://schemas.microsoft.com/office/powerpoint/2010/main" val="970466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41C1-54AA-059D-1439-8BEDBB55AB7E}"/>
              </a:ext>
            </a:extLst>
          </p:cNvPr>
          <p:cNvSpPr>
            <a:spLocks noGrp="1"/>
          </p:cNvSpPr>
          <p:nvPr>
            <p:ph type="title"/>
          </p:nvPr>
        </p:nvSpPr>
        <p:spPr/>
        <p:txBody>
          <a:bodyPr/>
          <a:lstStyle/>
          <a:p>
            <a:r>
              <a:rPr lang="en-ZA" dirty="0"/>
              <a:t>UNF (continued)</a:t>
            </a:r>
          </a:p>
        </p:txBody>
      </p:sp>
      <p:sp>
        <p:nvSpPr>
          <p:cNvPr id="3" name="Content Placeholder 2">
            <a:extLst>
              <a:ext uri="{FF2B5EF4-FFF2-40B4-BE49-F238E27FC236}">
                <a16:creationId xmlns:a16="http://schemas.microsoft.com/office/drawing/2014/main" id="{5BD530A4-1270-0BC9-1599-41C05ACF40D8}"/>
              </a:ext>
            </a:extLst>
          </p:cNvPr>
          <p:cNvSpPr>
            <a:spLocks noGrp="1"/>
          </p:cNvSpPr>
          <p:nvPr>
            <p:ph idx="1"/>
          </p:nvPr>
        </p:nvSpPr>
        <p:spPr/>
        <p:txBody>
          <a:bodyPr/>
          <a:lstStyle/>
          <a:p>
            <a:pPr marL="0" indent="0">
              <a:buNone/>
            </a:pPr>
            <a:r>
              <a:rPr lang="en-ZA" b="1" dirty="0"/>
              <a:t>Problems Identified</a:t>
            </a:r>
            <a:endParaRPr lang="en-ZA" dirty="0"/>
          </a:p>
          <a:p>
            <a:pPr lvl="0"/>
            <a:r>
              <a:rPr lang="en-ZA" dirty="0"/>
              <a:t>Patient information is repeated.</a:t>
            </a:r>
          </a:p>
          <a:p>
            <a:pPr lvl="0"/>
            <a:r>
              <a:rPr lang="en-ZA" dirty="0"/>
              <a:t>Appointment information is repeated.</a:t>
            </a:r>
          </a:p>
          <a:p>
            <a:pPr lvl="0"/>
            <a:r>
              <a:rPr lang="en-ZA" dirty="0"/>
              <a:t>Medicine information is repeated.</a:t>
            </a:r>
          </a:p>
          <a:p>
            <a:pPr lvl="0"/>
            <a:r>
              <a:rPr lang="en-ZA" dirty="0"/>
              <a:t>Billing information appears multiple times.</a:t>
            </a:r>
          </a:p>
          <a:p>
            <a:pPr lvl="0"/>
            <a:r>
              <a:rPr lang="en-ZA" dirty="0"/>
              <a:t>Data redundancy exists throughout the table.</a:t>
            </a:r>
          </a:p>
          <a:p>
            <a:pPr lvl="0"/>
            <a:r>
              <a:rPr lang="en-ZA" dirty="0"/>
              <a:t>Updating, deleting, or inserting data may result in inconsistent data(anomalies).</a:t>
            </a:r>
          </a:p>
          <a:p>
            <a:endParaRPr lang="en-ZA" dirty="0"/>
          </a:p>
        </p:txBody>
      </p:sp>
    </p:spTree>
    <p:extLst>
      <p:ext uri="{BB962C8B-B14F-4D97-AF65-F5344CB8AC3E}">
        <p14:creationId xmlns:p14="http://schemas.microsoft.com/office/powerpoint/2010/main" val="633441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91ECF-AE06-DA36-16F5-A38105A6ABC4}"/>
              </a:ext>
            </a:extLst>
          </p:cNvPr>
          <p:cNvSpPr>
            <a:spLocks noGrp="1"/>
          </p:cNvSpPr>
          <p:nvPr>
            <p:ph type="title"/>
          </p:nvPr>
        </p:nvSpPr>
        <p:spPr/>
        <p:txBody>
          <a:bodyPr/>
          <a:lstStyle/>
          <a:p>
            <a:r>
              <a:rPr lang="en-ZA" dirty="0"/>
              <a:t>First Normal Form (1NF)</a:t>
            </a:r>
          </a:p>
        </p:txBody>
      </p:sp>
      <p:sp>
        <p:nvSpPr>
          <p:cNvPr id="3" name="Content Placeholder 2">
            <a:extLst>
              <a:ext uri="{FF2B5EF4-FFF2-40B4-BE49-F238E27FC236}">
                <a16:creationId xmlns:a16="http://schemas.microsoft.com/office/drawing/2014/main" id="{74D77A97-3609-E51D-1679-0636AA0E312E}"/>
              </a:ext>
            </a:extLst>
          </p:cNvPr>
          <p:cNvSpPr>
            <a:spLocks noGrp="1"/>
          </p:cNvSpPr>
          <p:nvPr>
            <p:ph idx="1"/>
          </p:nvPr>
        </p:nvSpPr>
        <p:spPr>
          <a:xfrm>
            <a:off x="838200" y="1815353"/>
            <a:ext cx="10515600" cy="4361609"/>
          </a:xfrm>
        </p:spPr>
        <p:txBody>
          <a:bodyPr/>
          <a:lstStyle/>
          <a:p>
            <a:pPr marL="0" indent="0">
              <a:buNone/>
            </a:pPr>
            <a:r>
              <a:rPr lang="en-ZA" b="1" dirty="0"/>
              <a:t>Examples:</a:t>
            </a:r>
            <a:endParaRPr lang="en-ZA" dirty="0"/>
          </a:p>
          <a:p>
            <a:pPr marL="0" indent="0">
              <a:buNone/>
            </a:pPr>
            <a:r>
              <a:rPr lang="en-ZA" b="1" dirty="0"/>
              <a:t>Patient</a:t>
            </a:r>
            <a:endParaRPr lang="en-ZA" dirty="0"/>
          </a:p>
          <a:p>
            <a:pPr marL="0" indent="0">
              <a:buNone/>
            </a:pPr>
            <a:endParaRPr lang="en-ZA" dirty="0"/>
          </a:p>
        </p:txBody>
      </p:sp>
      <p:graphicFrame>
        <p:nvGraphicFramePr>
          <p:cNvPr id="7" name="Table 6">
            <a:extLst>
              <a:ext uri="{FF2B5EF4-FFF2-40B4-BE49-F238E27FC236}">
                <a16:creationId xmlns:a16="http://schemas.microsoft.com/office/drawing/2014/main" id="{9722C5D4-D407-05E4-2113-D8FD872E50DB}"/>
              </a:ext>
            </a:extLst>
          </p:cNvPr>
          <p:cNvGraphicFramePr>
            <a:graphicFrameLocks noGrp="1"/>
          </p:cNvGraphicFramePr>
          <p:nvPr>
            <p:extLst>
              <p:ext uri="{D42A27DB-BD31-4B8C-83A1-F6EECF244321}">
                <p14:modId xmlns:p14="http://schemas.microsoft.com/office/powerpoint/2010/main" val="445771930"/>
              </p:ext>
            </p:extLst>
          </p:nvPr>
        </p:nvGraphicFramePr>
        <p:xfrm>
          <a:off x="838200" y="2864223"/>
          <a:ext cx="10515600" cy="2810436"/>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2908862969"/>
                    </a:ext>
                  </a:extLst>
                </a:gridCol>
                <a:gridCol w="2628900">
                  <a:extLst>
                    <a:ext uri="{9D8B030D-6E8A-4147-A177-3AD203B41FA5}">
                      <a16:colId xmlns:a16="http://schemas.microsoft.com/office/drawing/2014/main" val="3317950074"/>
                    </a:ext>
                  </a:extLst>
                </a:gridCol>
                <a:gridCol w="2628900">
                  <a:extLst>
                    <a:ext uri="{9D8B030D-6E8A-4147-A177-3AD203B41FA5}">
                      <a16:colId xmlns:a16="http://schemas.microsoft.com/office/drawing/2014/main" val="890150221"/>
                    </a:ext>
                  </a:extLst>
                </a:gridCol>
                <a:gridCol w="2628900">
                  <a:extLst>
                    <a:ext uri="{9D8B030D-6E8A-4147-A177-3AD203B41FA5}">
                      <a16:colId xmlns:a16="http://schemas.microsoft.com/office/drawing/2014/main" val="3262910556"/>
                    </a:ext>
                  </a:extLst>
                </a:gridCol>
              </a:tblGrid>
              <a:tr h="702609">
                <a:tc>
                  <a:txBody>
                    <a:bodyPr/>
                    <a:lstStyle/>
                    <a:p>
                      <a:pPr>
                        <a:lnSpc>
                          <a:spcPct val="115000"/>
                        </a:lnSpc>
                        <a:spcAft>
                          <a:spcPts val="800"/>
                        </a:spcAft>
                        <a:buNone/>
                      </a:pPr>
                      <a:r>
                        <a:rPr lang="en-ZA" sz="1200" kern="100">
                          <a:effectLst/>
                        </a:rPr>
                        <a:t>PatientID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FirstName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LastName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PhoneNumber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03950063"/>
                  </a:ext>
                </a:extLst>
              </a:tr>
              <a:tr h="702609">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John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Smith</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0823456789</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9990763"/>
                  </a:ext>
                </a:extLst>
              </a:tr>
              <a:tr h="702609">
                <a:tc>
                  <a:txBody>
                    <a:bodyPr/>
                    <a:lstStyle/>
                    <a:p>
                      <a:pPr>
                        <a:lnSpc>
                          <a:spcPct val="115000"/>
                        </a:lnSpc>
                        <a:spcAft>
                          <a:spcPts val="800"/>
                        </a:spcAft>
                        <a:buNone/>
                      </a:pPr>
                      <a:r>
                        <a:rPr lang="en-ZA" sz="1200" kern="100">
                          <a:effectLst/>
                        </a:rPr>
                        <a:t>P002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Mary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Jones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0834567890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46969447"/>
                  </a:ext>
                </a:extLst>
              </a:tr>
              <a:tr h="702609">
                <a:tc>
                  <a:txBody>
                    <a:bodyPr/>
                    <a:lstStyle/>
                    <a:p>
                      <a:pPr>
                        <a:lnSpc>
                          <a:spcPct val="115000"/>
                        </a:lnSpc>
                        <a:spcAft>
                          <a:spcPts val="800"/>
                        </a:spcAft>
                        <a:buNone/>
                      </a:pPr>
                      <a:r>
                        <a:rPr lang="en-ZA" sz="1200" kern="100">
                          <a:effectLst/>
                        </a:rPr>
                        <a:t>P003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David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Brown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0845678901</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5706459"/>
                  </a:ext>
                </a:extLst>
              </a:tr>
            </a:tbl>
          </a:graphicData>
        </a:graphic>
      </p:graphicFrame>
    </p:spTree>
    <p:extLst>
      <p:ext uri="{BB962C8B-B14F-4D97-AF65-F5344CB8AC3E}">
        <p14:creationId xmlns:p14="http://schemas.microsoft.com/office/powerpoint/2010/main" val="3894352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4E61-5822-BC77-CC71-B4A10FEDD983}"/>
              </a:ext>
            </a:extLst>
          </p:cNvPr>
          <p:cNvSpPr>
            <a:spLocks noGrp="1"/>
          </p:cNvSpPr>
          <p:nvPr>
            <p:ph type="title"/>
          </p:nvPr>
        </p:nvSpPr>
        <p:spPr/>
        <p:txBody>
          <a:bodyPr/>
          <a:lstStyle/>
          <a:p>
            <a:r>
              <a:rPr lang="en-ZA" dirty="0"/>
              <a:t>First Normal Form (1NF)examples</a:t>
            </a:r>
          </a:p>
        </p:txBody>
      </p:sp>
      <p:graphicFrame>
        <p:nvGraphicFramePr>
          <p:cNvPr id="4" name="Content Placeholder 3">
            <a:extLst>
              <a:ext uri="{FF2B5EF4-FFF2-40B4-BE49-F238E27FC236}">
                <a16:creationId xmlns:a16="http://schemas.microsoft.com/office/drawing/2014/main" id="{72A2B357-ECC9-27DF-B125-E1B6D3E4F26B}"/>
              </a:ext>
            </a:extLst>
          </p:cNvPr>
          <p:cNvGraphicFramePr>
            <a:graphicFrameLocks noGrp="1"/>
          </p:cNvGraphicFramePr>
          <p:nvPr>
            <p:ph idx="1"/>
            <p:extLst>
              <p:ext uri="{D42A27DB-BD31-4B8C-83A1-F6EECF244321}">
                <p14:modId xmlns:p14="http://schemas.microsoft.com/office/powerpoint/2010/main" val="184956777"/>
              </p:ext>
            </p:extLst>
          </p:nvPr>
        </p:nvGraphicFramePr>
        <p:xfrm>
          <a:off x="838200" y="2541494"/>
          <a:ext cx="10515600" cy="3469340"/>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801196126"/>
                    </a:ext>
                  </a:extLst>
                </a:gridCol>
                <a:gridCol w="2103120">
                  <a:extLst>
                    <a:ext uri="{9D8B030D-6E8A-4147-A177-3AD203B41FA5}">
                      <a16:colId xmlns:a16="http://schemas.microsoft.com/office/drawing/2014/main" val="2129662240"/>
                    </a:ext>
                  </a:extLst>
                </a:gridCol>
                <a:gridCol w="2103120">
                  <a:extLst>
                    <a:ext uri="{9D8B030D-6E8A-4147-A177-3AD203B41FA5}">
                      <a16:colId xmlns:a16="http://schemas.microsoft.com/office/drawing/2014/main" val="260303914"/>
                    </a:ext>
                  </a:extLst>
                </a:gridCol>
                <a:gridCol w="2103120">
                  <a:extLst>
                    <a:ext uri="{9D8B030D-6E8A-4147-A177-3AD203B41FA5}">
                      <a16:colId xmlns:a16="http://schemas.microsoft.com/office/drawing/2014/main" val="2245418243"/>
                    </a:ext>
                  </a:extLst>
                </a:gridCol>
                <a:gridCol w="2103120">
                  <a:extLst>
                    <a:ext uri="{9D8B030D-6E8A-4147-A177-3AD203B41FA5}">
                      <a16:colId xmlns:a16="http://schemas.microsoft.com/office/drawing/2014/main" val="2778507774"/>
                    </a:ext>
                  </a:extLst>
                </a:gridCol>
              </a:tblGrid>
              <a:tr h="867335">
                <a:tc>
                  <a:txBody>
                    <a:bodyPr/>
                    <a:lstStyle/>
                    <a:p>
                      <a:pPr>
                        <a:lnSpc>
                          <a:spcPct val="115000"/>
                        </a:lnSpc>
                        <a:spcAft>
                          <a:spcPts val="800"/>
                        </a:spcAft>
                        <a:buNone/>
                      </a:pPr>
                      <a:r>
                        <a:rPr lang="en-ZA" sz="1200" kern="100">
                          <a:effectLst/>
                        </a:rPr>
                        <a:t>AppointmentID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PatientID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AppointmentDate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AppointmentTime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AppointmentStatus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67565844"/>
                  </a:ext>
                </a:extLst>
              </a:tr>
              <a:tr h="867335">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01/04/2026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08:00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Completed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98320559"/>
                  </a:ext>
                </a:extLst>
              </a:tr>
              <a:tr h="867335">
                <a:tc>
                  <a:txBody>
                    <a:bodyPr/>
                    <a:lstStyle/>
                    <a:p>
                      <a:pPr>
                        <a:lnSpc>
                          <a:spcPct val="115000"/>
                        </a:lnSpc>
                        <a:spcAft>
                          <a:spcPts val="800"/>
                        </a:spcAft>
                        <a:buNone/>
                      </a:pPr>
                      <a:r>
                        <a:rPr lang="en-ZA" sz="1200" kern="100">
                          <a:effectLst/>
                        </a:rPr>
                        <a:t>A002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03/04/2026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09:30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Completed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89346069"/>
                  </a:ext>
                </a:extLst>
              </a:tr>
              <a:tr h="867335">
                <a:tc>
                  <a:txBody>
                    <a:bodyPr/>
                    <a:lstStyle/>
                    <a:p>
                      <a:pPr>
                        <a:lnSpc>
                          <a:spcPct val="115000"/>
                        </a:lnSpc>
                        <a:spcAft>
                          <a:spcPts val="800"/>
                        </a:spcAft>
                        <a:buNone/>
                      </a:pPr>
                      <a:r>
                        <a:rPr lang="en-ZA" sz="1200" kern="100">
                          <a:effectLst/>
                        </a:rPr>
                        <a:t>A003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05/04/2026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Completed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27950205"/>
                  </a:ext>
                </a:extLst>
              </a:tr>
            </a:tbl>
          </a:graphicData>
        </a:graphic>
      </p:graphicFrame>
      <p:sp>
        <p:nvSpPr>
          <p:cNvPr id="6" name="TextBox 5">
            <a:extLst>
              <a:ext uri="{FF2B5EF4-FFF2-40B4-BE49-F238E27FC236}">
                <a16:creationId xmlns:a16="http://schemas.microsoft.com/office/drawing/2014/main" id="{83A0D6AA-DE05-3E8B-2CDC-35CEA69891F7}"/>
              </a:ext>
            </a:extLst>
          </p:cNvPr>
          <p:cNvSpPr txBox="1"/>
          <p:nvPr/>
        </p:nvSpPr>
        <p:spPr>
          <a:xfrm>
            <a:off x="642098" y="1982446"/>
            <a:ext cx="6098240" cy="294183"/>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 Appointment</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58507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035EB-1F15-6C30-B586-652E20740BC7}"/>
              </a:ext>
            </a:extLst>
          </p:cNvPr>
          <p:cNvSpPr>
            <a:spLocks noGrp="1"/>
          </p:cNvSpPr>
          <p:nvPr>
            <p:ph type="title"/>
          </p:nvPr>
        </p:nvSpPr>
        <p:spPr/>
        <p:txBody>
          <a:bodyPr/>
          <a:lstStyle/>
          <a:p>
            <a:r>
              <a:rPr lang="en-ZA" dirty="0"/>
              <a:t>First Normal Form (1NF) examples</a:t>
            </a:r>
          </a:p>
        </p:txBody>
      </p:sp>
      <p:graphicFrame>
        <p:nvGraphicFramePr>
          <p:cNvPr id="4" name="Content Placeholder 3">
            <a:extLst>
              <a:ext uri="{FF2B5EF4-FFF2-40B4-BE49-F238E27FC236}">
                <a16:creationId xmlns:a16="http://schemas.microsoft.com/office/drawing/2014/main" id="{D54C2CB7-D43C-791F-0716-E30B3E55CACF}"/>
              </a:ext>
            </a:extLst>
          </p:cNvPr>
          <p:cNvGraphicFramePr>
            <a:graphicFrameLocks noGrp="1"/>
          </p:cNvGraphicFramePr>
          <p:nvPr>
            <p:ph idx="1"/>
            <p:extLst>
              <p:ext uri="{D42A27DB-BD31-4B8C-83A1-F6EECF244321}">
                <p14:modId xmlns:p14="http://schemas.microsoft.com/office/powerpoint/2010/main" val="1708899190"/>
              </p:ext>
            </p:extLst>
          </p:nvPr>
        </p:nvGraphicFramePr>
        <p:xfrm>
          <a:off x="645459" y="2487706"/>
          <a:ext cx="11273118" cy="2393577"/>
        </p:xfrm>
        <a:graphic>
          <a:graphicData uri="http://schemas.openxmlformats.org/drawingml/2006/table">
            <a:tbl>
              <a:tblPr firstRow="1" firstCol="1" bandRow="1">
                <a:tableStyleId>{5C22544A-7EE6-4342-B048-85BDC9FD1C3A}</a:tableStyleId>
              </a:tblPr>
              <a:tblGrid>
                <a:gridCol w="1878853">
                  <a:extLst>
                    <a:ext uri="{9D8B030D-6E8A-4147-A177-3AD203B41FA5}">
                      <a16:colId xmlns:a16="http://schemas.microsoft.com/office/drawing/2014/main" val="4268667046"/>
                    </a:ext>
                  </a:extLst>
                </a:gridCol>
                <a:gridCol w="1878853">
                  <a:extLst>
                    <a:ext uri="{9D8B030D-6E8A-4147-A177-3AD203B41FA5}">
                      <a16:colId xmlns:a16="http://schemas.microsoft.com/office/drawing/2014/main" val="1605096191"/>
                    </a:ext>
                  </a:extLst>
                </a:gridCol>
                <a:gridCol w="1878853">
                  <a:extLst>
                    <a:ext uri="{9D8B030D-6E8A-4147-A177-3AD203B41FA5}">
                      <a16:colId xmlns:a16="http://schemas.microsoft.com/office/drawing/2014/main" val="286937990"/>
                    </a:ext>
                  </a:extLst>
                </a:gridCol>
                <a:gridCol w="1878853">
                  <a:extLst>
                    <a:ext uri="{9D8B030D-6E8A-4147-A177-3AD203B41FA5}">
                      <a16:colId xmlns:a16="http://schemas.microsoft.com/office/drawing/2014/main" val="1521156679"/>
                    </a:ext>
                  </a:extLst>
                </a:gridCol>
                <a:gridCol w="1878853">
                  <a:extLst>
                    <a:ext uri="{9D8B030D-6E8A-4147-A177-3AD203B41FA5}">
                      <a16:colId xmlns:a16="http://schemas.microsoft.com/office/drawing/2014/main" val="3782408095"/>
                    </a:ext>
                  </a:extLst>
                </a:gridCol>
                <a:gridCol w="1878853">
                  <a:extLst>
                    <a:ext uri="{9D8B030D-6E8A-4147-A177-3AD203B41FA5}">
                      <a16:colId xmlns:a16="http://schemas.microsoft.com/office/drawing/2014/main" val="171225244"/>
                    </a:ext>
                  </a:extLst>
                </a:gridCol>
              </a:tblGrid>
              <a:tr h="797859">
                <a:tc>
                  <a:txBody>
                    <a:bodyPr/>
                    <a:lstStyle/>
                    <a:p>
                      <a:pPr>
                        <a:lnSpc>
                          <a:spcPct val="115000"/>
                        </a:lnSpc>
                        <a:spcAft>
                          <a:spcPts val="800"/>
                        </a:spcAft>
                        <a:buNone/>
                      </a:pPr>
                      <a:r>
                        <a:rPr lang="en-ZA" sz="1200" kern="100">
                          <a:effectLst/>
                        </a:rPr>
                        <a:t>AdmissionID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err="1">
                          <a:effectLst/>
                        </a:rPr>
                        <a:t>PatientID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AdmissionDate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DischargeDate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50278572"/>
                  </a:ext>
                </a:extLst>
              </a:tr>
              <a:tr h="797859">
                <a:tc>
                  <a:txBody>
                    <a:bodyPr/>
                    <a:lstStyle/>
                    <a:p>
                      <a:pPr>
                        <a:lnSpc>
                          <a:spcPct val="115000"/>
                        </a:lnSpc>
                        <a:spcAft>
                          <a:spcPts val="800"/>
                        </a:spcAft>
                        <a:buNone/>
                      </a:pPr>
                      <a:r>
                        <a:rPr lang="en-ZA" sz="1200" kern="100">
                          <a:effectLst/>
                        </a:rPr>
                        <a:t>AD001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01/04/2026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05/04/2026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01905655"/>
                  </a:ext>
                </a:extLst>
              </a:tr>
              <a:tr h="797859">
                <a:tc>
                  <a:txBody>
                    <a:bodyPr/>
                    <a:lstStyle/>
                    <a:p>
                      <a:pPr>
                        <a:lnSpc>
                          <a:spcPct val="115000"/>
                        </a:lnSpc>
                        <a:spcAft>
                          <a:spcPts val="800"/>
                        </a:spcAft>
                        <a:buNone/>
                      </a:pPr>
                      <a:r>
                        <a:rPr lang="en-ZA" sz="1200" kern="100">
                          <a:effectLst/>
                        </a:rPr>
                        <a:t>AD002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03/04/2026</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07/04/2026</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68331923"/>
                  </a:ext>
                </a:extLst>
              </a:tr>
            </a:tbl>
          </a:graphicData>
        </a:graphic>
      </p:graphicFrame>
      <p:sp>
        <p:nvSpPr>
          <p:cNvPr id="6" name="TextBox 5">
            <a:extLst>
              <a:ext uri="{FF2B5EF4-FFF2-40B4-BE49-F238E27FC236}">
                <a16:creationId xmlns:a16="http://schemas.microsoft.com/office/drawing/2014/main" id="{A4B50124-22C3-4E69-9258-8A9DD78A9FD1}"/>
              </a:ext>
            </a:extLst>
          </p:cNvPr>
          <p:cNvSpPr txBox="1"/>
          <p:nvPr/>
        </p:nvSpPr>
        <p:spPr>
          <a:xfrm>
            <a:off x="838200" y="1390074"/>
            <a:ext cx="6098240" cy="816314"/>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 </a:t>
            </a:r>
            <a:endParaRPr lang="en-ZA" sz="18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 Admission</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58345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9DC59-D365-9526-6AA1-915DFECF865B}"/>
              </a:ext>
            </a:extLst>
          </p:cNvPr>
          <p:cNvSpPr>
            <a:spLocks noGrp="1"/>
          </p:cNvSpPr>
          <p:nvPr>
            <p:ph type="title"/>
          </p:nvPr>
        </p:nvSpPr>
        <p:spPr/>
        <p:txBody>
          <a:bodyPr/>
          <a:lstStyle/>
          <a:p>
            <a:r>
              <a:rPr lang="en-ZA" dirty="0"/>
              <a:t>First Normal Form (1NF) examples</a:t>
            </a:r>
          </a:p>
        </p:txBody>
      </p:sp>
      <p:graphicFrame>
        <p:nvGraphicFramePr>
          <p:cNvPr id="4" name="Content Placeholder 3">
            <a:extLst>
              <a:ext uri="{FF2B5EF4-FFF2-40B4-BE49-F238E27FC236}">
                <a16:creationId xmlns:a16="http://schemas.microsoft.com/office/drawing/2014/main" id="{CFB263E5-3F5F-0FB2-BA6B-099BFC4D3F72}"/>
              </a:ext>
            </a:extLst>
          </p:cNvPr>
          <p:cNvGraphicFramePr>
            <a:graphicFrameLocks noGrp="1"/>
          </p:cNvGraphicFramePr>
          <p:nvPr>
            <p:ph idx="1"/>
            <p:extLst>
              <p:ext uri="{D42A27DB-BD31-4B8C-83A1-F6EECF244321}">
                <p14:modId xmlns:p14="http://schemas.microsoft.com/office/powerpoint/2010/main" val="3858820018"/>
              </p:ext>
            </p:extLst>
          </p:nvPr>
        </p:nvGraphicFramePr>
        <p:xfrm>
          <a:off x="949763" y="2554941"/>
          <a:ext cx="10161988" cy="2770096"/>
        </p:xfrm>
        <a:graphic>
          <a:graphicData uri="http://schemas.openxmlformats.org/drawingml/2006/table">
            <a:tbl>
              <a:tblPr firstRow="1" firstCol="1" bandRow="1">
                <a:tableStyleId>{5C22544A-7EE6-4342-B048-85BDC9FD1C3A}</a:tableStyleId>
              </a:tblPr>
              <a:tblGrid>
                <a:gridCol w="2540497">
                  <a:extLst>
                    <a:ext uri="{9D8B030D-6E8A-4147-A177-3AD203B41FA5}">
                      <a16:colId xmlns:a16="http://schemas.microsoft.com/office/drawing/2014/main" val="1606065829"/>
                    </a:ext>
                  </a:extLst>
                </a:gridCol>
                <a:gridCol w="2540497">
                  <a:extLst>
                    <a:ext uri="{9D8B030D-6E8A-4147-A177-3AD203B41FA5}">
                      <a16:colId xmlns:a16="http://schemas.microsoft.com/office/drawing/2014/main" val="3465454200"/>
                    </a:ext>
                  </a:extLst>
                </a:gridCol>
                <a:gridCol w="2540497">
                  <a:extLst>
                    <a:ext uri="{9D8B030D-6E8A-4147-A177-3AD203B41FA5}">
                      <a16:colId xmlns:a16="http://schemas.microsoft.com/office/drawing/2014/main" val="2961035993"/>
                    </a:ext>
                  </a:extLst>
                </a:gridCol>
                <a:gridCol w="2540497">
                  <a:extLst>
                    <a:ext uri="{9D8B030D-6E8A-4147-A177-3AD203B41FA5}">
                      <a16:colId xmlns:a16="http://schemas.microsoft.com/office/drawing/2014/main" val="3047439630"/>
                    </a:ext>
                  </a:extLst>
                </a:gridCol>
              </a:tblGrid>
              <a:tr h="692524">
                <a:tc>
                  <a:txBody>
                    <a:bodyPr/>
                    <a:lstStyle/>
                    <a:p>
                      <a:pPr>
                        <a:lnSpc>
                          <a:spcPct val="115000"/>
                        </a:lnSpc>
                        <a:spcAft>
                          <a:spcPts val="800"/>
                        </a:spcAft>
                        <a:buNone/>
                      </a:pPr>
                      <a:r>
                        <a:rPr lang="en-ZA" sz="1200" kern="100" dirty="0" err="1">
                          <a:effectLst/>
                        </a:rPr>
                        <a:t>TreatmentID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StaffID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Diagnosis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42514976"/>
                  </a:ext>
                </a:extLst>
              </a:tr>
              <a:tr h="692524">
                <a:tc>
                  <a:txBody>
                    <a:bodyPr/>
                    <a:lstStyle/>
                    <a:p>
                      <a:pPr>
                        <a:lnSpc>
                          <a:spcPct val="115000"/>
                        </a:lnSpc>
                        <a:spcAft>
                          <a:spcPts val="800"/>
                        </a:spcAft>
                        <a:buNone/>
                      </a:pPr>
                      <a:r>
                        <a:rPr lang="en-ZA" sz="1200" kern="100">
                          <a:effectLst/>
                        </a:rPr>
                        <a:t>T001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Hypertension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6475081"/>
                  </a:ext>
                </a:extLst>
              </a:tr>
              <a:tr h="692524">
                <a:tc>
                  <a:txBody>
                    <a:bodyPr/>
                    <a:lstStyle/>
                    <a:p>
                      <a:pPr>
                        <a:lnSpc>
                          <a:spcPct val="115000"/>
                        </a:lnSpc>
                        <a:spcAft>
                          <a:spcPts val="800"/>
                        </a:spcAft>
                        <a:buNone/>
                      </a:pPr>
                      <a:r>
                        <a:rPr lang="en-ZA" sz="1200" kern="100">
                          <a:effectLst/>
                        </a:rPr>
                        <a:t>T002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Monitoring</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78808842"/>
                  </a:ext>
                </a:extLst>
              </a:tr>
              <a:tr h="692524">
                <a:tc>
                  <a:txBody>
                    <a:bodyPr/>
                    <a:lstStyle/>
                    <a:p>
                      <a:pPr>
                        <a:lnSpc>
                          <a:spcPct val="115000"/>
                        </a:lnSpc>
                        <a:spcAft>
                          <a:spcPts val="800"/>
                        </a:spcAft>
                        <a:buNone/>
                      </a:pPr>
                      <a:r>
                        <a:rPr lang="en-ZA" sz="1200" kern="100">
                          <a:effectLst/>
                        </a:rPr>
                        <a:t>T003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Influenza</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03767740"/>
                  </a:ext>
                </a:extLst>
              </a:tr>
            </a:tbl>
          </a:graphicData>
        </a:graphic>
      </p:graphicFrame>
      <p:sp>
        <p:nvSpPr>
          <p:cNvPr id="6" name="TextBox 5">
            <a:extLst>
              <a:ext uri="{FF2B5EF4-FFF2-40B4-BE49-F238E27FC236}">
                <a16:creationId xmlns:a16="http://schemas.microsoft.com/office/drawing/2014/main" id="{A1564F59-34D4-339F-DBAF-AEC58F4FCEA7}"/>
              </a:ext>
            </a:extLst>
          </p:cNvPr>
          <p:cNvSpPr txBox="1"/>
          <p:nvPr/>
        </p:nvSpPr>
        <p:spPr>
          <a:xfrm>
            <a:off x="838200" y="1690688"/>
            <a:ext cx="5893173" cy="369332"/>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Treatment</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912297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1152-B2C8-FBCB-F81C-1EDE0E47AD8D}"/>
              </a:ext>
            </a:extLst>
          </p:cNvPr>
          <p:cNvSpPr>
            <a:spLocks noGrp="1"/>
          </p:cNvSpPr>
          <p:nvPr>
            <p:ph type="title"/>
          </p:nvPr>
        </p:nvSpPr>
        <p:spPr/>
        <p:txBody>
          <a:bodyPr/>
          <a:lstStyle/>
          <a:p>
            <a:r>
              <a:rPr lang="en-ZA" dirty="0"/>
              <a:t>First Normal Form (1NF) examples</a:t>
            </a:r>
          </a:p>
        </p:txBody>
      </p:sp>
      <p:graphicFrame>
        <p:nvGraphicFramePr>
          <p:cNvPr id="6" name="Content Placeholder 5">
            <a:extLst>
              <a:ext uri="{FF2B5EF4-FFF2-40B4-BE49-F238E27FC236}">
                <a16:creationId xmlns:a16="http://schemas.microsoft.com/office/drawing/2014/main" id="{FDDBD6C8-DB5E-C916-8AE2-5FC78EB96B19}"/>
              </a:ext>
            </a:extLst>
          </p:cNvPr>
          <p:cNvGraphicFramePr>
            <a:graphicFrameLocks noGrp="1"/>
          </p:cNvGraphicFramePr>
          <p:nvPr>
            <p:ph idx="1"/>
            <p:extLst>
              <p:ext uri="{D42A27DB-BD31-4B8C-83A1-F6EECF244321}">
                <p14:modId xmlns:p14="http://schemas.microsoft.com/office/powerpoint/2010/main" val="357340782"/>
              </p:ext>
            </p:extLst>
          </p:nvPr>
        </p:nvGraphicFramePr>
        <p:xfrm>
          <a:off x="838200" y="2877671"/>
          <a:ext cx="10999695" cy="3388656"/>
        </p:xfrm>
        <a:graphic>
          <a:graphicData uri="http://schemas.openxmlformats.org/drawingml/2006/table">
            <a:tbl>
              <a:tblPr firstRow="1" firstCol="1" bandRow="1">
                <a:tableStyleId>{5C22544A-7EE6-4342-B048-85BDC9FD1C3A}</a:tableStyleId>
              </a:tblPr>
              <a:tblGrid>
                <a:gridCol w="3666565">
                  <a:extLst>
                    <a:ext uri="{9D8B030D-6E8A-4147-A177-3AD203B41FA5}">
                      <a16:colId xmlns:a16="http://schemas.microsoft.com/office/drawing/2014/main" val="1280028287"/>
                    </a:ext>
                  </a:extLst>
                </a:gridCol>
                <a:gridCol w="3666565">
                  <a:extLst>
                    <a:ext uri="{9D8B030D-6E8A-4147-A177-3AD203B41FA5}">
                      <a16:colId xmlns:a16="http://schemas.microsoft.com/office/drawing/2014/main" val="1127800214"/>
                    </a:ext>
                  </a:extLst>
                </a:gridCol>
                <a:gridCol w="3666565">
                  <a:extLst>
                    <a:ext uri="{9D8B030D-6E8A-4147-A177-3AD203B41FA5}">
                      <a16:colId xmlns:a16="http://schemas.microsoft.com/office/drawing/2014/main" val="2475707274"/>
                    </a:ext>
                  </a:extLst>
                </a:gridCol>
              </a:tblGrid>
              <a:tr h="847164">
                <a:tc>
                  <a:txBody>
                    <a:bodyPr/>
                    <a:lstStyle/>
                    <a:p>
                      <a:pPr>
                        <a:lnSpc>
                          <a:spcPct val="115000"/>
                        </a:lnSpc>
                        <a:spcAft>
                          <a:spcPts val="800"/>
                        </a:spcAft>
                        <a:buNone/>
                      </a:pPr>
                      <a:r>
                        <a:rPr lang="en-ZA" sz="1200" kern="100">
                          <a:effectLst/>
                        </a:rPr>
                        <a:t>MedicineID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MedicineName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Stock</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04673339"/>
                  </a:ext>
                </a:extLst>
              </a:tr>
              <a:tr h="847164">
                <a:tc>
                  <a:txBody>
                    <a:bodyPr/>
                    <a:lstStyle/>
                    <a:p>
                      <a:pPr>
                        <a:lnSpc>
                          <a:spcPct val="115000"/>
                        </a:lnSpc>
                        <a:spcAft>
                          <a:spcPts val="800"/>
                        </a:spcAft>
                        <a:buNone/>
                      </a:pPr>
                      <a:r>
                        <a:rPr lang="en-ZA" sz="1200" kern="100">
                          <a:effectLst/>
                        </a:rPr>
                        <a:t>M001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Amlodipine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150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28633901"/>
                  </a:ext>
                </a:extLst>
              </a:tr>
              <a:tr h="847164">
                <a:tc>
                  <a:txBody>
                    <a:bodyPr/>
                    <a:lstStyle/>
                    <a:p>
                      <a:pPr>
                        <a:lnSpc>
                          <a:spcPct val="115000"/>
                        </a:lnSpc>
                        <a:spcAft>
                          <a:spcPts val="800"/>
                        </a:spcAft>
                        <a:buNone/>
                      </a:pPr>
                      <a:r>
                        <a:rPr lang="en-ZA" sz="1200" kern="100">
                          <a:effectLst/>
                        </a:rPr>
                        <a:t>M002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Aspirin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300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715786"/>
                  </a:ext>
                </a:extLst>
              </a:tr>
              <a:tr h="847164">
                <a:tc>
                  <a:txBody>
                    <a:bodyPr/>
                    <a:lstStyle/>
                    <a:p>
                      <a:pPr>
                        <a:lnSpc>
                          <a:spcPct val="115000"/>
                        </a:lnSpc>
                        <a:spcAft>
                          <a:spcPts val="800"/>
                        </a:spcAft>
                        <a:buNone/>
                      </a:pPr>
                      <a:r>
                        <a:rPr lang="en-ZA" sz="1200" kern="100">
                          <a:effectLst/>
                        </a:rPr>
                        <a:t>M003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Paracetamol</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500</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22934503"/>
                  </a:ext>
                </a:extLst>
              </a:tr>
            </a:tbl>
          </a:graphicData>
        </a:graphic>
      </p:graphicFrame>
      <p:sp>
        <p:nvSpPr>
          <p:cNvPr id="8" name="TextBox 7">
            <a:extLst>
              <a:ext uri="{FF2B5EF4-FFF2-40B4-BE49-F238E27FC236}">
                <a16:creationId xmlns:a16="http://schemas.microsoft.com/office/drawing/2014/main" id="{74EC6897-3114-C9D3-7414-CC489258D31A}"/>
              </a:ext>
            </a:extLst>
          </p:cNvPr>
          <p:cNvSpPr txBox="1"/>
          <p:nvPr/>
        </p:nvSpPr>
        <p:spPr>
          <a:xfrm>
            <a:off x="838200" y="1850559"/>
            <a:ext cx="6098240" cy="395173"/>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Medicine</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70918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7FA4-B170-54AE-9AE6-122EFB6AB075}"/>
              </a:ext>
            </a:extLst>
          </p:cNvPr>
          <p:cNvSpPr>
            <a:spLocks noGrp="1"/>
          </p:cNvSpPr>
          <p:nvPr>
            <p:ph type="title"/>
          </p:nvPr>
        </p:nvSpPr>
        <p:spPr/>
        <p:txBody>
          <a:bodyPr/>
          <a:lstStyle/>
          <a:p>
            <a:r>
              <a:rPr lang="en-ZA" dirty="0"/>
              <a:t>First Normal Form (1NF) examples</a:t>
            </a:r>
          </a:p>
        </p:txBody>
      </p:sp>
      <p:graphicFrame>
        <p:nvGraphicFramePr>
          <p:cNvPr id="4" name="Content Placeholder 3">
            <a:extLst>
              <a:ext uri="{FF2B5EF4-FFF2-40B4-BE49-F238E27FC236}">
                <a16:creationId xmlns:a16="http://schemas.microsoft.com/office/drawing/2014/main" id="{AF71A7B2-FB9E-8227-35F8-77C28E3EED09}"/>
              </a:ext>
            </a:extLst>
          </p:cNvPr>
          <p:cNvGraphicFramePr>
            <a:graphicFrameLocks noGrp="1"/>
          </p:cNvGraphicFramePr>
          <p:nvPr>
            <p:ph idx="1"/>
            <p:extLst>
              <p:ext uri="{D42A27DB-BD31-4B8C-83A1-F6EECF244321}">
                <p14:modId xmlns:p14="http://schemas.microsoft.com/office/powerpoint/2010/main" val="1424237368"/>
              </p:ext>
            </p:extLst>
          </p:nvPr>
        </p:nvGraphicFramePr>
        <p:xfrm>
          <a:off x="736227" y="2433917"/>
          <a:ext cx="10617572" cy="2985248"/>
        </p:xfrm>
        <a:graphic>
          <a:graphicData uri="http://schemas.openxmlformats.org/drawingml/2006/table">
            <a:tbl>
              <a:tblPr firstRow="1" firstCol="1" bandRow="1">
                <a:tableStyleId>{5C22544A-7EE6-4342-B048-85BDC9FD1C3A}</a:tableStyleId>
              </a:tblPr>
              <a:tblGrid>
                <a:gridCol w="2654393">
                  <a:extLst>
                    <a:ext uri="{9D8B030D-6E8A-4147-A177-3AD203B41FA5}">
                      <a16:colId xmlns:a16="http://schemas.microsoft.com/office/drawing/2014/main" val="4048185944"/>
                    </a:ext>
                  </a:extLst>
                </a:gridCol>
                <a:gridCol w="2654393">
                  <a:extLst>
                    <a:ext uri="{9D8B030D-6E8A-4147-A177-3AD203B41FA5}">
                      <a16:colId xmlns:a16="http://schemas.microsoft.com/office/drawing/2014/main" val="1451059306"/>
                    </a:ext>
                  </a:extLst>
                </a:gridCol>
                <a:gridCol w="2654393">
                  <a:extLst>
                    <a:ext uri="{9D8B030D-6E8A-4147-A177-3AD203B41FA5}">
                      <a16:colId xmlns:a16="http://schemas.microsoft.com/office/drawing/2014/main" val="3919596050"/>
                    </a:ext>
                  </a:extLst>
                </a:gridCol>
                <a:gridCol w="2654393">
                  <a:extLst>
                    <a:ext uri="{9D8B030D-6E8A-4147-A177-3AD203B41FA5}">
                      <a16:colId xmlns:a16="http://schemas.microsoft.com/office/drawing/2014/main" val="3809543990"/>
                    </a:ext>
                  </a:extLst>
                </a:gridCol>
              </a:tblGrid>
              <a:tr h="746312">
                <a:tc>
                  <a:txBody>
                    <a:bodyPr/>
                    <a:lstStyle/>
                    <a:p>
                      <a:pPr>
                        <a:lnSpc>
                          <a:spcPct val="115000"/>
                        </a:lnSpc>
                        <a:spcAft>
                          <a:spcPts val="800"/>
                        </a:spcAft>
                        <a:buNone/>
                      </a:pPr>
                      <a:r>
                        <a:rPr lang="en-ZA" sz="1200" kern="100">
                          <a:effectLst/>
                        </a:rPr>
                        <a:t>PrescriptionID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MedicineID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Dosage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32230730"/>
                  </a:ext>
                </a:extLst>
              </a:tr>
              <a:tr h="746312">
                <a:tc>
                  <a:txBody>
                    <a:bodyPr/>
                    <a:lstStyle/>
                    <a:p>
                      <a:pPr>
                        <a:lnSpc>
                          <a:spcPct val="115000"/>
                        </a:lnSpc>
                        <a:spcAft>
                          <a:spcPts val="800"/>
                        </a:spcAft>
                        <a:buNone/>
                      </a:pPr>
                      <a:r>
                        <a:rPr lang="en-ZA" sz="1200" kern="100">
                          <a:effectLst/>
                        </a:rPr>
                        <a:t>PR001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5mg Daily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39635831"/>
                  </a:ext>
                </a:extLst>
              </a:tr>
              <a:tr h="746312">
                <a:tc>
                  <a:txBody>
                    <a:bodyPr/>
                    <a:lstStyle/>
                    <a:p>
                      <a:pPr>
                        <a:lnSpc>
                          <a:spcPct val="115000"/>
                        </a:lnSpc>
                        <a:spcAft>
                          <a:spcPts val="800"/>
                        </a:spcAft>
                        <a:buNone/>
                      </a:pPr>
                      <a:r>
                        <a:rPr lang="en-ZA" sz="1200" kern="100">
                          <a:effectLst/>
                        </a:rPr>
                        <a:t>PR002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100mg Daily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30427744"/>
                  </a:ext>
                </a:extLst>
              </a:tr>
              <a:tr h="746312">
                <a:tc>
                  <a:txBody>
                    <a:bodyPr/>
                    <a:lstStyle/>
                    <a:p>
                      <a:pPr>
                        <a:lnSpc>
                          <a:spcPct val="115000"/>
                        </a:lnSpc>
                        <a:spcAft>
                          <a:spcPts val="800"/>
                        </a:spcAft>
                        <a:buNone/>
                      </a:pPr>
                      <a:r>
                        <a:rPr lang="en-ZA" sz="1200" kern="100">
                          <a:effectLst/>
                        </a:rPr>
                        <a:t>PR003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500mg Every 6 Hours</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87066431"/>
                  </a:ext>
                </a:extLst>
              </a:tr>
            </a:tbl>
          </a:graphicData>
        </a:graphic>
      </p:graphicFrame>
      <p:sp>
        <p:nvSpPr>
          <p:cNvPr id="6" name="TextBox 5">
            <a:extLst>
              <a:ext uri="{FF2B5EF4-FFF2-40B4-BE49-F238E27FC236}">
                <a16:creationId xmlns:a16="http://schemas.microsoft.com/office/drawing/2014/main" id="{02DFD6D9-C3D6-CA57-CA0C-D541387694F2}"/>
              </a:ext>
            </a:extLst>
          </p:cNvPr>
          <p:cNvSpPr txBox="1"/>
          <p:nvPr/>
        </p:nvSpPr>
        <p:spPr>
          <a:xfrm>
            <a:off x="736227" y="1690688"/>
            <a:ext cx="6098240" cy="395173"/>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Prescription</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07836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4919-8555-6D05-2D25-888615C2719E}"/>
              </a:ext>
            </a:extLst>
          </p:cNvPr>
          <p:cNvSpPr>
            <a:spLocks noGrp="1"/>
          </p:cNvSpPr>
          <p:nvPr>
            <p:ph type="title"/>
          </p:nvPr>
        </p:nvSpPr>
        <p:spPr/>
        <p:txBody>
          <a:bodyPr/>
          <a:lstStyle/>
          <a:p>
            <a:r>
              <a:rPr lang="en-ZA" dirty="0"/>
              <a:t>1NF Outcomes</a:t>
            </a:r>
          </a:p>
        </p:txBody>
      </p:sp>
      <p:sp>
        <p:nvSpPr>
          <p:cNvPr id="3" name="Content Placeholder 2">
            <a:extLst>
              <a:ext uri="{FF2B5EF4-FFF2-40B4-BE49-F238E27FC236}">
                <a16:creationId xmlns:a16="http://schemas.microsoft.com/office/drawing/2014/main" id="{66481FD7-3BD4-1209-A1EE-DA37586415B6}"/>
              </a:ext>
            </a:extLst>
          </p:cNvPr>
          <p:cNvSpPr>
            <a:spLocks noGrp="1"/>
          </p:cNvSpPr>
          <p:nvPr>
            <p:ph idx="1"/>
          </p:nvPr>
        </p:nvSpPr>
        <p:spPr/>
        <p:txBody>
          <a:bodyPr/>
          <a:lstStyle/>
          <a:p>
            <a:pPr marL="0" indent="0">
              <a:buNone/>
            </a:pPr>
            <a:r>
              <a:rPr lang="en-ZA" b="1" dirty="0"/>
              <a:t>After going through 1NF there following improvements are noted:</a:t>
            </a:r>
            <a:endParaRPr lang="en-ZA" dirty="0"/>
          </a:p>
          <a:p>
            <a:pPr lvl="0"/>
            <a:r>
              <a:rPr lang="en-ZA" dirty="0"/>
              <a:t>Repeating groups were eliminated.</a:t>
            </a:r>
          </a:p>
          <a:p>
            <a:pPr lvl="0"/>
            <a:r>
              <a:rPr lang="en-ZA" dirty="0"/>
              <a:t>Atomic values were enforced.</a:t>
            </a:r>
          </a:p>
          <a:p>
            <a:pPr lvl="0"/>
            <a:r>
              <a:rPr lang="en-ZA" dirty="0"/>
              <a:t>Each row became uniquely identifiable.</a:t>
            </a:r>
          </a:p>
          <a:p>
            <a:pPr lvl="0"/>
            <a:r>
              <a:rPr lang="en-ZA" dirty="0"/>
              <a:t>Data became easier to manage.</a:t>
            </a:r>
          </a:p>
          <a:p>
            <a:endParaRPr lang="en-ZA" dirty="0"/>
          </a:p>
        </p:txBody>
      </p:sp>
    </p:spTree>
    <p:extLst>
      <p:ext uri="{BB962C8B-B14F-4D97-AF65-F5344CB8AC3E}">
        <p14:creationId xmlns:p14="http://schemas.microsoft.com/office/powerpoint/2010/main" val="6246472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98B3-DEEE-B531-6D94-CB68C5754F4F}"/>
              </a:ext>
            </a:extLst>
          </p:cNvPr>
          <p:cNvSpPr>
            <a:spLocks noGrp="1"/>
          </p:cNvSpPr>
          <p:nvPr>
            <p:ph type="title"/>
          </p:nvPr>
        </p:nvSpPr>
        <p:spPr/>
        <p:txBody>
          <a:bodyPr/>
          <a:lstStyle/>
          <a:p>
            <a:r>
              <a:rPr lang="en-ZA" dirty="0"/>
              <a:t>Second Normal Form(2NF)</a:t>
            </a:r>
          </a:p>
        </p:txBody>
      </p:sp>
      <p:sp>
        <p:nvSpPr>
          <p:cNvPr id="3" name="Content Placeholder 2">
            <a:extLst>
              <a:ext uri="{FF2B5EF4-FFF2-40B4-BE49-F238E27FC236}">
                <a16:creationId xmlns:a16="http://schemas.microsoft.com/office/drawing/2014/main" id="{12AF7F74-1DAE-3E70-DCCA-0CF5A8B7B339}"/>
              </a:ext>
            </a:extLst>
          </p:cNvPr>
          <p:cNvSpPr>
            <a:spLocks noGrp="1"/>
          </p:cNvSpPr>
          <p:nvPr>
            <p:ph idx="1"/>
          </p:nvPr>
        </p:nvSpPr>
        <p:spPr/>
        <p:txBody>
          <a:bodyPr/>
          <a:lstStyle/>
          <a:p>
            <a:pPr marL="0" indent="0">
              <a:buNone/>
            </a:pPr>
            <a:r>
              <a:rPr lang="en-ZA" dirty="0"/>
              <a:t>To achieve Second Normal Form (2NF), all non-key attributes are made to be dependent the primary keys.</a:t>
            </a:r>
          </a:p>
          <a:p>
            <a:endParaRPr lang="en-ZA" dirty="0"/>
          </a:p>
        </p:txBody>
      </p:sp>
      <p:graphicFrame>
        <p:nvGraphicFramePr>
          <p:cNvPr id="4" name="Table 3">
            <a:extLst>
              <a:ext uri="{FF2B5EF4-FFF2-40B4-BE49-F238E27FC236}">
                <a16:creationId xmlns:a16="http://schemas.microsoft.com/office/drawing/2014/main" id="{7270BF37-BE9C-F104-2F57-9B9B4D3FCD8E}"/>
              </a:ext>
            </a:extLst>
          </p:cNvPr>
          <p:cNvGraphicFramePr>
            <a:graphicFrameLocks noGrp="1"/>
          </p:cNvGraphicFramePr>
          <p:nvPr>
            <p:extLst>
              <p:ext uri="{D42A27DB-BD31-4B8C-83A1-F6EECF244321}">
                <p14:modId xmlns:p14="http://schemas.microsoft.com/office/powerpoint/2010/main" val="3796779663"/>
              </p:ext>
            </p:extLst>
          </p:nvPr>
        </p:nvGraphicFramePr>
        <p:xfrm>
          <a:off x="838200" y="4020670"/>
          <a:ext cx="10515600" cy="2291232"/>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106806587"/>
                    </a:ext>
                  </a:extLst>
                </a:gridCol>
                <a:gridCol w="2628900">
                  <a:extLst>
                    <a:ext uri="{9D8B030D-6E8A-4147-A177-3AD203B41FA5}">
                      <a16:colId xmlns:a16="http://schemas.microsoft.com/office/drawing/2014/main" val="3284216260"/>
                    </a:ext>
                  </a:extLst>
                </a:gridCol>
                <a:gridCol w="2628900">
                  <a:extLst>
                    <a:ext uri="{9D8B030D-6E8A-4147-A177-3AD203B41FA5}">
                      <a16:colId xmlns:a16="http://schemas.microsoft.com/office/drawing/2014/main" val="3579087432"/>
                    </a:ext>
                  </a:extLst>
                </a:gridCol>
                <a:gridCol w="2628900">
                  <a:extLst>
                    <a:ext uri="{9D8B030D-6E8A-4147-A177-3AD203B41FA5}">
                      <a16:colId xmlns:a16="http://schemas.microsoft.com/office/drawing/2014/main" val="3130931886"/>
                    </a:ext>
                  </a:extLst>
                </a:gridCol>
              </a:tblGrid>
              <a:tr h="572808">
                <a:tc>
                  <a:txBody>
                    <a:bodyPr/>
                    <a:lstStyle/>
                    <a:p>
                      <a:pPr>
                        <a:lnSpc>
                          <a:spcPct val="115000"/>
                        </a:lnSpc>
                        <a:spcAft>
                          <a:spcPts val="800"/>
                        </a:spcAft>
                        <a:buNone/>
                      </a:pPr>
                      <a:r>
                        <a:rPr lang="en-ZA" sz="1200" kern="100">
                          <a:effectLst/>
                        </a:rPr>
                        <a:t>StaffID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StaffType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Initials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PhoneNumber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1053692801"/>
                  </a:ext>
                </a:extLst>
              </a:tr>
              <a:tr h="572808">
                <a:tc>
                  <a:txBody>
                    <a:bodyPr/>
                    <a:lstStyle/>
                    <a:p>
                      <a:pPr>
                        <a:lnSpc>
                          <a:spcPct val="115000"/>
                        </a:lnSpc>
                        <a:spcAft>
                          <a:spcPts val="800"/>
                        </a:spcAft>
                        <a:buNone/>
                      </a:pPr>
                      <a:r>
                        <a:rPr lang="en-ZA" sz="1200" kern="100">
                          <a:effectLst/>
                        </a:rPr>
                        <a:t>S001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Doctor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JM</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1236547890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4191523945"/>
                  </a:ext>
                </a:extLst>
              </a:tr>
              <a:tr h="572808">
                <a:tc>
                  <a:txBody>
                    <a:bodyPr/>
                    <a:lstStyle/>
                    <a:p>
                      <a:pPr>
                        <a:lnSpc>
                          <a:spcPct val="115000"/>
                        </a:lnSpc>
                        <a:spcAft>
                          <a:spcPts val="800"/>
                        </a:spcAft>
                        <a:buNone/>
                      </a:pPr>
                      <a:r>
                        <a:rPr lang="en-ZA" sz="1200" kern="100">
                          <a:effectLst/>
                        </a:rPr>
                        <a:t>S002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Nurse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0174852369</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3755239809"/>
                  </a:ext>
                </a:extLst>
              </a:tr>
              <a:tr h="572808">
                <a:tc>
                  <a:txBody>
                    <a:bodyPr/>
                    <a:lstStyle/>
                    <a:p>
                      <a:pPr>
                        <a:lnSpc>
                          <a:spcPct val="115000"/>
                        </a:lnSpc>
                        <a:spcAft>
                          <a:spcPts val="800"/>
                        </a:spcAft>
                        <a:buNone/>
                      </a:pPr>
                      <a:r>
                        <a:rPr lang="en-ZA" sz="1200" kern="100">
                          <a:effectLst/>
                        </a:rPr>
                        <a:t>S003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Doctor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LK</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0321458796</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tc>
                <a:extLst>
                  <a:ext uri="{0D108BD9-81ED-4DB2-BD59-A6C34878D82A}">
                    <a16:rowId xmlns:a16="http://schemas.microsoft.com/office/drawing/2014/main" val="22232428"/>
                  </a:ext>
                </a:extLst>
              </a:tr>
            </a:tbl>
          </a:graphicData>
        </a:graphic>
      </p:graphicFrame>
      <p:sp>
        <p:nvSpPr>
          <p:cNvPr id="6" name="TextBox 5">
            <a:extLst>
              <a:ext uri="{FF2B5EF4-FFF2-40B4-BE49-F238E27FC236}">
                <a16:creationId xmlns:a16="http://schemas.microsoft.com/office/drawing/2014/main" id="{2240246B-FAF4-80C9-E70B-B7C864000817}"/>
              </a:ext>
            </a:extLst>
          </p:cNvPr>
          <p:cNvSpPr txBox="1"/>
          <p:nvPr/>
        </p:nvSpPr>
        <p:spPr>
          <a:xfrm>
            <a:off x="838200" y="2837330"/>
            <a:ext cx="6098240" cy="816314"/>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Examples of the tables in 2NF:</a:t>
            </a:r>
            <a:endParaRPr lang="en-ZA" sz="18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Staff</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675701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6AA0-EFAA-558C-F341-D43CC3121A70}"/>
              </a:ext>
            </a:extLst>
          </p:cNvPr>
          <p:cNvSpPr>
            <a:spLocks noGrp="1"/>
          </p:cNvSpPr>
          <p:nvPr>
            <p:ph type="title"/>
          </p:nvPr>
        </p:nvSpPr>
        <p:spPr/>
        <p:txBody>
          <a:bodyPr/>
          <a:lstStyle/>
          <a:p>
            <a:r>
              <a:rPr lang="en-ZA" dirty="0"/>
              <a:t>2NF (Examples)</a:t>
            </a:r>
          </a:p>
        </p:txBody>
      </p:sp>
      <p:graphicFrame>
        <p:nvGraphicFramePr>
          <p:cNvPr id="4" name="Content Placeholder 3">
            <a:extLst>
              <a:ext uri="{FF2B5EF4-FFF2-40B4-BE49-F238E27FC236}">
                <a16:creationId xmlns:a16="http://schemas.microsoft.com/office/drawing/2014/main" id="{26F2F870-0120-ECA4-52AB-3A3F132939A0}"/>
              </a:ext>
            </a:extLst>
          </p:cNvPr>
          <p:cNvGraphicFramePr>
            <a:graphicFrameLocks noGrp="1"/>
          </p:cNvGraphicFramePr>
          <p:nvPr>
            <p:ph idx="1"/>
            <p:extLst>
              <p:ext uri="{D42A27DB-BD31-4B8C-83A1-F6EECF244321}">
                <p14:modId xmlns:p14="http://schemas.microsoft.com/office/powerpoint/2010/main" val="3037703885"/>
              </p:ext>
            </p:extLst>
          </p:nvPr>
        </p:nvGraphicFramePr>
        <p:xfrm>
          <a:off x="838200" y="2531688"/>
          <a:ext cx="10515600" cy="2726112"/>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340617984"/>
                    </a:ext>
                  </a:extLst>
                </a:gridCol>
                <a:gridCol w="5257800">
                  <a:extLst>
                    <a:ext uri="{9D8B030D-6E8A-4147-A177-3AD203B41FA5}">
                      <a16:colId xmlns:a16="http://schemas.microsoft.com/office/drawing/2014/main" val="3327459658"/>
                    </a:ext>
                  </a:extLst>
                </a:gridCol>
              </a:tblGrid>
              <a:tr h="681528">
                <a:tc>
                  <a:txBody>
                    <a:bodyPr/>
                    <a:lstStyle/>
                    <a:p>
                      <a:pPr>
                        <a:lnSpc>
                          <a:spcPct val="115000"/>
                        </a:lnSpc>
                        <a:spcAft>
                          <a:spcPts val="800"/>
                        </a:spcAft>
                        <a:buNone/>
                      </a:pPr>
                      <a:r>
                        <a:rPr lang="en-ZA" sz="1200" kern="100">
                          <a:effectLst/>
                        </a:rPr>
                        <a:t>WardID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39954598"/>
                  </a:ext>
                </a:extLst>
              </a:tr>
              <a:tr h="681528">
                <a:tc>
                  <a:txBody>
                    <a:bodyPr/>
                    <a:lstStyle/>
                    <a:p>
                      <a:pPr>
                        <a:lnSpc>
                          <a:spcPct val="115000"/>
                        </a:lnSpc>
                        <a:spcAft>
                          <a:spcPts val="800"/>
                        </a:spcAft>
                        <a:buNone/>
                      </a:pPr>
                      <a:r>
                        <a:rPr lang="en-ZA" sz="1200" kern="100">
                          <a:effectLst/>
                        </a:rPr>
                        <a:t>W01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General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34403669"/>
                  </a:ext>
                </a:extLst>
              </a:tr>
              <a:tr h="681528">
                <a:tc>
                  <a:txBody>
                    <a:bodyPr/>
                    <a:lstStyle/>
                    <a:p>
                      <a:pPr>
                        <a:lnSpc>
                          <a:spcPct val="115000"/>
                        </a:lnSpc>
                        <a:spcAft>
                          <a:spcPts val="800"/>
                        </a:spcAft>
                        <a:buNone/>
                      </a:pPr>
                      <a:r>
                        <a:rPr lang="en-ZA" sz="1200" kern="100">
                          <a:effectLst/>
                        </a:rPr>
                        <a:t>W02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Surgical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4460109"/>
                  </a:ext>
                </a:extLst>
              </a:tr>
              <a:tr h="681528">
                <a:tc>
                  <a:txBody>
                    <a:bodyPr/>
                    <a:lstStyle/>
                    <a:p>
                      <a:pPr>
                        <a:lnSpc>
                          <a:spcPct val="115000"/>
                        </a:lnSpc>
                        <a:spcAft>
                          <a:spcPts val="800"/>
                        </a:spcAft>
                        <a:buNone/>
                      </a:pPr>
                      <a:r>
                        <a:rPr lang="en-ZA" sz="1200" kern="100">
                          <a:effectLst/>
                        </a:rPr>
                        <a:t>W03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ICU</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01114776"/>
                  </a:ext>
                </a:extLst>
              </a:tr>
            </a:tbl>
          </a:graphicData>
        </a:graphic>
      </p:graphicFrame>
      <p:sp>
        <p:nvSpPr>
          <p:cNvPr id="6" name="TextBox 5">
            <a:extLst>
              <a:ext uri="{FF2B5EF4-FFF2-40B4-BE49-F238E27FC236}">
                <a16:creationId xmlns:a16="http://schemas.microsoft.com/office/drawing/2014/main" id="{901D83D9-2EA7-739C-8B5E-E8DD1F110AD0}"/>
              </a:ext>
            </a:extLst>
          </p:cNvPr>
          <p:cNvSpPr txBox="1"/>
          <p:nvPr/>
        </p:nvSpPr>
        <p:spPr>
          <a:xfrm>
            <a:off x="838200" y="1913602"/>
            <a:ext cx="6098240" cy="395173"/>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Ward</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581952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8C0AD-D123-54F2-1654-40BEF223914C}"/>
              </a:ext>
            </a:extLst>
          </p:cNvPr>
          <p:cNvSpPr>
            <a:spLocks noGrp="1"/>
          </p:cNvSpPr>
          <p:nvPr>
            <p:ph type="title"/>
          </p:nvPr>
        </p:nvSpPr>
        <p:spPr/>
        <p:txBody>
          <a:bodyPr/>
          <a:lstStyle/>
          <a:p>
            <a:r>
              <a:rPr lang="en-ZA" dirty="0"/>
              <a:t>2NF (</a:t>
            </a:r>
            <a:r>
              <a:rPr lang="en-ZA" dirty="0" err="1"/>
              <a:t>cont</a:t>
            </a:r>
            <a:r>
              <a:rPr lang="en-ZA" dirty="0"/>
              <a:t>) </a:t>
            </a:r>
          </a:p>
        </p:txBody>
      </p:sp>
      <p:graphicFrame>
        <p:nvGraphicFramePr>
          <p:cNvPr id="4" name="Content Placeholder 3">
            <a:extLst>
              <a:ext uri="{FF2B5EF4-FFF2-40B4-BE49-F238E27FC236}">
                <a16:creationId xmlns:a16="http://schemas.microsoft.com/office/drawing/2014/main" id="{B92D43BE-30DA-D0AE-DF93-4E5C5928ADEE}"/>
              </a:ext>
            </a:extLst>
          </p:cNvPr>
          <p:cNvGraphicFramePr>
            <a:graphicFrameLocks noGrp="1"/>
          </p:cNvGraphicFramePr>
          <p:nvPr>
            <p:ph idx="1"/>
            <p:extLst>
              <p:ext uri="{D42A27DB-BD31-4B8C-83A1-F6EECF244321}">
                <p14:modId xmlns:p14="http://schemas.microsoft.com/office/powerpoint/2010/main" val="3628994978"/>
              </p:ext>
            </p:extLst>
          </p:nvPr>
        </p:nvGraphicFramePr>
        <p:xfrm>
          <a:off x="461682" y="2918012"/>
          <a:ext cx="10515600" cy="2904568"/>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808213535"/>
                    </a:ext>
                  </a:extLst>
                </a:gridCol>
                <a:gridCol w="2628900">
                  <a:extLst>
                    <a:ext uri="{9D8B030D-6E8A-4147-A177-3AD203B41FA5}">
                      <a16:colId xmlns:a16="http://schemas.microsoft.com/office/drawing/2014/main" val="1927790911"/>
                    </a:ext>
                  </a:extLst>
                </a:gridCol>
                <a:gridCol w="2628900">
                  <a:extLst>
                    <a:ext uri="{9D8B030D-6E8A-4147-A177-3AD203B41FA5}">
                      <a16:colId xmlns:a16="http://schemas.microsoft.com/office/drawing/2014/main" val="260548679"/>
                    </a:ext>
                  </a:extLst>
                </a:gridCol>
                <a:gridCol w="2628900">
                  <a:extLst>
                    <a:ext uri="{9D8B030D-6E8A-4147-A177-3AD203B41FA5}">
                      <a16:colId xmlns:a16="http://schemas.microsoft.com/office/drawing/2014/main" val="1575210101"/>
                    </a:ext>
                  </a:extLst>
                </a:gridCol>
              </a:tblGrid>
              <a:tr h="726142">
                <a:tc>
                  <a:txBody>
                    <a:bodyPr/>
                    <a:lstStyle/>
                    <a:p>
                      <a:pPr>
                        <a:lnSpc>
                          <a:spcPct val="115000"/>
                        </a:lnSpc>
                        <a:spcAft>
                          <a:spcPts val="800"/>
                        </a:spcAft>
                        <a:buNone/>
                      </a:pPr>
                      <a:r>
                        <a:rPr lang="en-ZA" sz="1200" kern="100">
                          <a:effectLst/>
                        </a:rPr>
                        <a:t>BillID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err="1">
                          <a:effectLst/>
                        </a:rPr>
                        <a:t>PatientID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Amount</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PaymentStatus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17492445"/>
                  </a:ext>
                </a:extLst>
              </a:tr>
              <a:tr h="726142">
                <a:tc>
                  <a:txBody>
                    <a:bodyPr/>
                    <a:lstStyle/>
                    <a:p>
                      <a:pPr>
                        <a:lnSpc>
                          <a:spcPct val="115000"/>
                        </a:lnSpc>
                        <a:spcAft>
                          <a:spcPts val="800"/>
                        </a:spcAft>
                        <a:buNone/>
                      </a:pPr>
                      <a:r>
                        <a:rPr lang="en-ZA" sz="1200" kern="100">
                          <a:effectLst/>
                        </a:rPr>
                        <a:t>B001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1500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95832065"/>
                  </a:ext>
                </a:extLst>
              </a:tr>
              <a:tr h="726142">
                <a:tc>
                  <a:txBody>
                    <a:bodyPr/>
                    <a:lstStyle/>
                    <a:p>
                      <a:pPr>
                        <a:lnSpc>
                          <a:spcPct val="115000"/>
                        </a:lnSpc>
                        <a:spcAft>
                          <a:spcPts val="800"/>
                        </a:spcAft>
                        <a:buNone/>
                      </a:pPr>
                      <a:r>
                        <a:rPr lang="en-ZA" sz="1200" kern="100">
                          <a:effectLst/>
                        </a:rPr>
                        <a:t>B002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2200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Pending</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52567822"/>
                  </a:ext>
                </a:extLst>
              </a:tr>
              <a:tr h="726142">
                <a:tc>
                  <a:txBody>
                    <a:bodyPr/>
                    <a:lstStyle/>
                    <a:p>
                      <a:pPr>
                        <a:lnSpc>
                          <a:spcPct val="115000"/>
                        </a:lnSpc>
                        <a:spcAft>
                          <a:spcPts val="800"/>
                        </a:spcAft>
                        <a:buNone/>
                      </a:pPr>
                      <a:r>
                        <a:rPr lang="en-ZA" sz="1200" kern="100">
                          <a:effectLst/>
                        </a:rPr>
                        <a:t>B003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P003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1800</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Paid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44742626"/>
                  </a:ext>
                </a:extLst>
              </a:tr>
            </a:tbl>
          </a:graphicData>
        </a:graphic>
      </p:graphicFrame>
      <p:sp>
        <p:nvSpPr>
          <p:cNvPr id="6" name="TextBox 5">
            <a:extLst>
              <a:ext uri="{FF2B5EF4-FFF2-40B4-BE49-F238E27FC236}">
                <a16:creationId xmlns:a16="http://schemas.microsoft.com/office/drawing/2014/main" id="{6161237A-90F5-F010-E207-309A9690CA6B}"/>
              </a:ext>
            </a:extLst>
          </p:cNvPr>
          <p:cNvSpPr txBox="1"/>
          <p:nvPr/>
        </p:nvSpPr>
        <p:spPr>
          <a:xfrm>
            <a:off x="838200" y="1690688"/>
            <a:ext cx="6098240" cy="816314"/>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 Billing</a:t>
            </a:r>
            <a:endParaRPr lang="en-ZA" sz="18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12291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53685-E5FB-3711-7C86-6334B0154436}"/>
              </a:ext>
            </a:extLst>
          </p:cNvPr>
          <p:cNvSpPr>
            <a:spLocks noGrp="1"/>
          </p:cNvSpPr>
          <p:nvPr>
            <p:ph type="title"/>
          </p:nvPr>
        </p:nvSpPr>
        <p:spPr/>
        <p:txBody>
          <a:bodyPr/>
          <a:lstStyle/>
          <a:p>
            <a:r>
              <a:rPr lang="en-ZA" dirty="0"/>
              <a:t>2NF (</a:t>
            </a:r>
            <a:r>
              <a:rPr lang="en-ZA" dirty="0" err="1"/>
              <a:t>cont</a:t>
            </a:r>
            <a:r>
              <a:rPr lang="en-ZA" dirty="0"/>
              <a:t>)</a:t>
            </a:r>
          </a:p>
        </p:txBody>
      </p:sp>
      <p:graphicFrame>
        <p:nvGraphicFramePr>
          <p:cNvPr id="4" name="Content Placeholder 3">
            <a:extLst>
              <a:ext uri="{FF2B5EF4-FFF2-40B4-BE49-F238E27FC236}">
                <a16:creationId xmlns:a16="http://schemas.microsoft.com/office/drawing/2014/main" id="{C61CE3D8-F9C0-4720-6FA7-40E4264A321B}"/>
              </a:ext>
            </a:extLst>
          </p:cNvPr>
          <p:cNvGraphicFramePr>
            <a:graphicFrameLocks noGrp="1"/>
          </p:cNvGraphicFramePr>
          <p:nvPr>
            <p:ph idx="1"/>
            <p:extLst>
              <p:ext uri="{D42A27DB-BD31-4B8C-83A1-F6EECF244321}">
                <p14:modId xmlns:p14="http://schemas.microsoft.com/office/powerpoint/2010/main" val="424601749"/>
              </p:ext>
            </p:extLst>
          </p:nvPr>
        </p:nvGraphicFramePr>
        <p:xfrm>
          <a:off x="838200" y="2433918"/>
          <a:ext cx="10515600" cy="3778620"/>
        </p:xfrm>
        <a:graphic>
          <a:graphicData uri="http://schemas.openxmlformats.org/drawingml/2006/table">
            <a:tbl>
              <a:tblPr firstRow="1" firstCol="1" bandRow="1">
                <a:tableStyleId>{5C22544A-7EE6-4342-B048-85BDC9FD1C3A}</a:tableStyleId>
              </a:tblPr>
              <a:tblGrid>
                <a:gridCol w="2103120">
                  <a:extLst>
                    <a:ext uri="{9D8B030D-6E8A-4147-A177-3AD203B41FA5}">
                      <a16:colId xmlns:a16="http://schemas.microsoft.com/office/drawing/2014/main" val="2865774695"/>
                    </a:ext>
                  </a:extLst>
                </a:gridCol>
                <a:gridCol w="2103120">
                  <a:extLst>
                    <a:ext uri="{9D8B030D-6E8A-4147-A177-3AD203B41FA5}">
                      <a16:colId xmlns:a16="http://schemas.microsoft.com/office/drawing/2014/main" val="1156977716"/>
                    </a:ext>
                  </a:extLst>
                </a:gridCol>
                <a:gridCol w="2103120">
                  <a:extLst>
                    <a:ext uri="{9D8B030D-6E8A-4147-A177-3AD203B41FA5}">
                      <a16:colId xmlns:a16="http://schemas.microsoft.com/office/drawing/2014/main" val="1021921648"/>
                    </a:ext>
                  </a:extLst>
                </a:gridCol>
                <a:gridCol w="2103120">
                  <a:extLst>
                    <a:ext uri="{9D8B030D-6E8A-4147-A177-3AD203B41FA5}">
                      <a16:colId xmlns:a16="http://schemas.microsoft.com/office/drawing/2014/main" val="3356679597"/>
                    </a:ext>
                  </a:extLst>
                </a:gridCol>
                <a:gridCol w="2103120">
                  <a:extLst>
                    <a:ext uri="{9D8B030D-6E8A-4147-A177-3AD203B41FA5}">
                      <a16:colId xmlns:a16="http://schemas.microsoft.com/office/drawing/2014/main" val="3392137542"/>
                    </a:ext>
                  </a:extLst>
                </a:gridCol>
              </a:tblGrid>
              <a:tr h="629770">
                <a:tc>
                  <a:txBody>
                    <a:bodyPr/>
                    <a:lstStyle/>
                    <a:p>
                      <a:pPr>
                        <a:lnSpc>
                          <a:spcPct val="115000"/>
                        </a:lnSpc>
                        <a:spcAft>
                          <a:spcPts val="800"/>
                        </a:spcAft>
                        <a:buNone/>
                      </a:pPr>
                      <a:r>
                        <a:rPr lang="en-ZA" sz="1200" kern="100">
                          <a:effectLst/>
                        </a:rPr>
                        <a:t>RoomID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RoomNumber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RoomAvailability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2662555"/>
                  </a:ext>
                </a:extLst>
              </a:tr>
              <a:tr h="629770">
                <a:tc>
                  <a:txBody>
                    <a:bodyPr/>
                    <a:lstStyle/>
                    <a:p>
                      <a:pPr>
                        <a:lnSpc>
                          <a:spcPct val="115000"/>
                        </a:lnSpc>
                        <a:spcAft>
                          <a:spcPts val="800"/>
                        </a:spcAft>
                        <a:buNone/>
                      </a:pPr>
                      <a:r>
                        <a:rPr lang="en-ZA" sz="1200" kern="100">
                          <a:effectLst/>
                        </a:rPr>
                        <a:t>R01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General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1770413"/>
                  </a:ext>
                </a:extLst>
              </a:tr>
              <a:tr h="629770">
                <a:tc>
                  <a:txBody>
                    <a:bodyPr/>
                    <a:lstStyle/>
                    <a:p>
                      <a:pPr>
                        <a:lnSpc>
                          <a:spcPct val="115000"/>
                        </a:lnSpc>
                        <a:spcAft>
                          <a:spcPts val="800"/>
                        </a:spcAft>
                        <a:buNone/>
                      </a:pPr>
                      <a:r>
                        <a:rPr lang="en-ZA" sz="1200" kern="100">
                          <a:effectLst/>
                        </a:rPr>
                        <a:t>R02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Pediatrics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9315859"/>
                  </a:ext>
                </a:extLst>
              </a:tr>
              <a:tr h="629770">
                <a:tc>
                  <a:txBody>
                    <a:bodyPr/>
                    <a:lstStyle/>
                    <a:p>
                      <a:pPr>
                        <a:lnSpc>
                          <a:spcPct val="115000"/>
                        </a:lnSpc>
                        <a:spcAft>
                          <a:spcPts val="800"/>
                        </a:spcAft>
                        <a:buNone/>
                      </a:pPr>
                      <a:r>
                        <a:rPr lang="en-ZA" sz="1200" kern="100">
                          <a:effectLst/>
                        </a:rPr>
                        <a:t>R03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General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10989119"/>
                  </a:ext>
                </a:extLst>
              </a:tr>
              <a:tr h="629770">
                <a:tc>
                  <a:txBody>
                    <a:bodyPr/>
                    <a:lstStyle/>
                    <a:p>
                      <a:pPr>
                        <a:lnSpc>
                          <a:spcPct val="115000"/>
                        </a:lnSpc>
                        <a:spcAft>
                          <a:spcPts val="800"/>
                        </a:spcAft>
                        <a:buNone/>
                      </a:pPr>
                      <a:r>
                        <a:rPr lang="en-ZA" sz="1200" kern="100">
                          <a:effectLst/>
                        </a:rPr>
                        <a:t>R04</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Surgical</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301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2662791"/>
                  </a:ext>
                </a:extLst>
              </a:tr>
              <a:tr h="629770">
                <a:tc>
                  <a:txBody>
                    <a:bodyPr/>
                    <a:lstStyle/>
                    <a:p>
                      <a:pPr>
                        <a:lnSpc>
                          <a:spcPct val="115000"/>
                        </a:lnSpc>
                        <a:spcAft>
                          <a:spcPts val="800"/>
                        </a:spcAft>
                        <a:buNone/>
                      </a:pPr>
                      <a:r>
                        <a:rPr lang="en-ZA" sz="1200" kern="100">
                          <a:effectLst/>
                        </a:rPr>
                        <a:t>R05</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Pediatrics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Occupied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2581729"/>
                  </a:ext>
                </a:extLst>
              </a:tr>
            </a:tbl>
          </a:graphicData>
        </a:graphic>
      </p:graphicFrame>
      <p:sp>
        <p:nvSpPr>
          <p:cNvPr id="6" name="TextBox 5">
            <a:extLst>
              <a:ext uri="{FF2B5EF4-FFF2-40B4-BE49-F238E27FC236}">
                <a16:creationId xmlns:a16="http://schemas.microsoft.com/office/drawing/2014/main" id="{30FAF2A3-6BFE-9ED0-EAF8-78607DF52BC7}"/>
              </a:ext>
            </a:extLst>
          </p:cNvPr>
          <p:cNvSpPr txBox="1"/>
          <p:nvPr/>
        </p:nvSpPr>
        <p:spPr>
          <a:xfrm>
            <a:off x="838200" y="1493101"/>
            <a:ext cx="6098240" cy="395173"/>
          </a:xfrm>
          <a:prstGeom prst="rect">
            <a:avLst/>
          </a:prstGeom>
          <a:noFill/>
        </p:spPr>
        <p:txBody>
          <a:bodyPr wrap="square">
            <a:spAutoFit/>
          </a:bodyPr>
          <a:lstStyle/>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Room</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4575081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B8C01-EBEC-C884-CB53-B54E4B7813D2}"/>
              </a:ext>
            </a:extLst>
          </p:cNvPr>
          <p:cNvSpPr>
            <a:spLocks noGrp="1"/>
          </p:cNvSpPr>
          <p:nvPr>
            <p:ph type="title"/>
          </p:nvPr>
        </p:nvSpPr>
        <p:spPr/>
        <p:txBody>
          <a:bodyPr/>
          <a:lstStyle/>
          <a:p>
            <a:r>
              <a:rPr lang="en-ZA" dirty="0"/>
              <a:t>2NF (</a:t>
            </a:r>
            <a:r>
              <a:rPr lang="en-ZA" dirty="0" err="1"/>
              <a:t>cont</a:t>
            </a:r>
            <a:r>
              <a:rPr lang="en-ZA" dirty="0"/>
              <a:t>)</a:t>
            </a:r>
          </a:p>
        </p:txBody>
      </p:sp>
      <p:sp>
        <p:nvSpPr>
          <p:cNvPr id="3" name="Content Placeholder 2">
            <a:extLst>
              <a:ext uri="{FF2B5EF4-FFF2-40B4-BE49-F238E27FC236}">
                <a16:creationId xmlns:a16="http://schemas.microsoft.com/office/drawing/2014/main" id="{83671988-DB38-8D0E-31A7-FCBF78128C5C}"/>
              </a:ext>
            </a:extLst>
          </p:cNvPr>
          <p:cNvSpPr>
            <a:spLocks noGrp="1"/>
          </p:cNvSpPr>
          <p:nvPr>
            <p:ph idx="1"/>
          </p:nvPr>
        </p:nvSpPr>
        <p:spPr>
          <a:xfrm>
            <a:off x="838200" y="1690688"/>
            <a:ext cx="10515600" cy="4486275"/>
          </a:xfrm>
        </p:spPr>
        <p:txBody>
          <a:bodyPr>
            <a:normAutofit fontScale="92500" lnSpcReduction="20000"/>
          </a:bodyPr>
          <a:lstStyle/>
          <a:p>
            <a:pPr marL="0" indent="0">
              <a:buNone/>
            </a:pPr>
            <a:r>
              <a:rPr lang="en-ZA" b="1" dirty="0"/>
              <a:t>After the 2NF stage, non-key attributes are depended on the primary keys of they’re entries and the following improvements can be seen:</a:t>
            </a:r>
            <a:endParaRPr lang="en-ZA" dirty="0"/>
          </a:p>
          <a:p>
            <a:pPr lvl="0"/>
            <a:r>
              <a:rPr lang="en-ZA" dirty="0"/>
              <a:t>Partial dependencies were removed.</a:t>
            </a:r>
          </a:p>
          <a:p>
            <a:pPr lvl="0"/>
            <a:r>
              <a:rPr lang="en-ZA" dirty="0"/>
              <a:t>Data was separated into subject-specific entities.</a:t>
            </a:r>
          </a:p>
          <a:p>
            <a:pPr lvl="0"/>
            <a:r>
              <a:rPr lang="en-ZA" dirty="0"/>
              <a:t>Medicine information was no longer duplicated.</a:t>
            </a:r>
          </a:p>
          <a:p>
            <a:pPr lvl="0"/>
            <a:r>
              <a:rPr lang="en-ZA" dirty="0"/>
              <a:t>Prescription management improved.</a:t>
            </a:r>
          </a:p>
          <a:p>
            <a:pPr lvl="0"/>
            <a:r>
              <a:rPr lang="en-ZA" dirty="0"/>
              <a:t>Data redundancy was significantly reduced.</a:t>
            </a:r>
          </a:p>
          <a:p>
            <a:pPr lvl="0"/>
            <a:endParaRPr lang="en-ZA" dirty="0"/>
          </a:p>
          <a:p>
            <a:pPr marL="0" indent="0">
              <a:buNone/>
            </a:pPr>
            <a:r>
              <a:rPr lang="en-ZA" b="1" dirty="0"/>
              <a:t>But a problem still exists on the Room table; </a:t>
            </a:r>
            <a:r>
              <a:rPr lang="en-ZA" dirty="0"/>
              <a:t>Although data duplication has largely been removed, </a:t>
            </a:r>
            <a:r>
              <a:rPr lang="en-ZA" dirty="0" err="1"/>
              <a:t>WardName</a:t>
            </a:r>
            <a:r>
              <a:rPr lang="en-ZA" dirty="0"/>
              <a:t> is still dependent on </a:t>
            </a:r>
            <a:r>
              <a:rPr lang="en-ZA" dirty="0" err="1"/>
              <a:t>WardID</a:t>
            </a:r>
            <a:r>
              <a:rPr lang="en-ZA" dirty="0"/>
              <a:t> rather than </a:t>
            </a:r>
            <a:r>
              <a:rPr lang="en-ZA" dirty="0" err="1"/>
              <a:t>RoomID</a:t>
            </a:r>
            <a:r>
              <a:rPr lang="en-ZA" dirty="0"/>
              <a:t>, creating a transitive dependency, thus violating 3NF.this takes us to the next step 3NF.</a:t>
            </a:r>
          </a:p>
          <a:p>
            <a:endParaRPr lang="en-ZA" dirty="0"/>
          </a:p>
        </p:txBody>
      </p:sp>
    </p:spTree>
    <p:extLst>
      <p:ext uri="{BB962C8B-B14F-4D97-AF65-F5344CB8AC3E}">
        <p14:creationId xmlns:p14="http://schemas.microsoft.com/office/powerpoint/2010/main" val="1429291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E3F46-AF51-638B-AC0B-78003DFCAD5E}"/>
              </a:ext>
            </a:extLst>
          </p:cNvPr>
          <p:cNvSpPr>
            <a:spLocks noGrp="1"/>
          </p:cNvSpPr>
          <p:nvPr>
            <p:ph type="title"/>
          </p:nvPr>
        </p:nvSpPr>
        <p:spPr/>
        <p:txBody>
          <a:bodyPr/>
          <a:lstStyle/>
          <a:p>
            <a:r>
              <a:rPr lang="en-ZA" dirty="0"/>
              <a:t>Third Normal Form (3NF)</a:t>
            </a:r>
          </a:p>
        </p:txBody>
      </p:sp>
      <p:graphicFrame>
        <p:nvGraphicFramePr>
          <p:cNvPr id="4" name="Content Placeholder 3">
            <a:extLst>
              <a:ext uri="{FF2B5EF4-FFF2-40B4-BE49-F238E27FC236}">
                <a16:creationId xmlns:a16="http://schemas.microsoft.com/office/drawing/2014/main" id="{EBD85DCA-F122-49C9-83AD-F546DB7E638F}"/>
              </a:ext>
            </a:extLst>
          </p:cNvPr>
          <p:cNvGraphicFramePr>
            <a:graphicFrameLocks noGrp="1"/>
          </p:cNvGraphicFramePr>
          <p:nvPr>
            <p:ph idx="1"/>
            <p:extLst>
              <p:ext uri="{D42A27DB-BD31-4B8C-83A1-F6EECF244321}">
                <p14:modId xmlns:p14="http://schemas.microsoft.com/office/powerpoint/2010/main" val="1366683796"/>
              </p:ext>
            </p:extLst>
          </p:nvPr>
        </p:nvGraphicFramePr>
        <p:xfrm>
          <a:off x="838200" y="3344450"/>
          <a:ext cx="10515600" cy="2881536"/>
        </p:xfrm>
        <a:graphic>
          <a:graphicData uri="http://schemas.openxmlformats.org/drawingml/2006/table">
            <a:tbl>
              <a:tblPr firstRow="1" firstCol="1" bandRow="1">
                <a:tableStyleId>{5C22544A-7EE6-4342-B048-85BDC9FD1C3A}</a:tableStyleId>
              </a:tblPr>
              <a:tblGrid>
                <a:gridCol w="2628900">
                  <a:extLst>
                    <a:ext uri="{9D8B030D-6E8A-4147-A177-3AD203B41FA5}">
                      <a16:colId xmlns:a16="http://schemas.microsoft.com/office/drawing/2014/main" val="3117849243"/>
                    </a:ext>
                  </a:extLst>
                </a:gridCol>
                <a:gridCol w="2628900">
                  <a:extLst>
                    <a:ext uri="{9D8B030D-6E8A-4147-A177-3AD203B41FA5}">
                      <a16:colId xmlns:a16="http://schemas.microsoft.com/office/drawing/2014/main" val="691213903"/>
                    </a:ext>
                  </a:extLst>
                </a:gridCol>
                <a:gridCol w="2628900">
                  <a:extLst>
                    <a:ext uri="{9D8B030D-6E8A-4147-A177-3AD203B41FA5}">
                      <a16:colId xmlns:a16="http://schemas.microsoft.com/office/drawing/2014/main" val="787464218"/>
                    </a:ext>
                  </a:extLst>
                </a:gridCol>
                <a:gridCol w="2628900">
                  <a:extLst>
                    <a:ext uri="{9D8B030D-6E8A-4147-A177-3AD203B41FA5}">
                      <a16:colId xmlns:a16="http://schemas.microsoft.com/office/drawing/2014/main" val="2948288842"/>
                    </a:ext>
                  </a:extLst>
                </a:gridCol>
              </a:tblGrid>
              <a:tr h="480256">
                <a:tc>
                  <a:txBody>
                    <a:bodyPr/>
                    <a:lstStyle/>
                    <a:p>
                      <a:pPr>
                        <a:lnSpc>
                          <a:spcPct val="115000"/>
                        </a:lnSpc>
                        <a:spcAft>
                          <a:spcPts val="800"/>
                        </a:spcAft>
                        <a:buNone/>
                      </a:pPr>
                      <a:r>
                        <a:rPr lang="en-ZA" sz="1200" kern="100">
                          <a:effectLst/>
                        </a:rPr>
                        <a:t>RoomID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WardID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RoomNumber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RoomAvailability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82695261"/>
                  </a:ext>
                </a:extLst>
              </a:tr>
              <a:tr h="480256">
                <a:tc>
                  <a:txBody>
                    <a:bodyPr/>
                    <a:lstStyle/>
                    <a:p>
                      <a:pPr>
                        <a:lnSpc>
                          <a:spcPct val="115000"/>
                        </a:lnSpc>
                        <a:spcAft>
                          <a:spcPts val="800"/>
                        </a:spcAft>
                        <a:buNone/>
                      </a:pPr>
                      <a:r>
                        <a:rPr lang="en-ZA" sz="1200" kern="100">
                          <a:effectLst/>
                        </a:rPr>
                        <a:t>R01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50991384"/>
                  </a:ext>
                </a:extLst>
              </a:tr>
              <a:tr h="480256">
                <a:tc>
                  <a:txBody>
                    <a:bodyPr/>
                    <a:lstStyle/>
                    <a:p>
                      <a:pPr>
                        <a:lnSpc>
                          <a:spcPct val="115000"/>
                        </a:lnSpc>
                        <a:spcAft>
                          <a:spcPts val="800"/>
                        </a:spcAft>
                        <a:buNone/>
                      </a:pPr>
                      <a:r>
                        <a:rPr lang="en-ZA" sz="1200" kern="100">
                          <a:effectLst/>
                        </a:rPr>
                        <a:t>R02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93611837"/>
                  </a:ext>
                </a:extLst>
              </a:tr>
              <a:tr h="480256">
                <a:tc>
                  <a:txBody>
                    <a:bodyPr/>
                    <a:lstStyle/>
                    <a:p>
                      <a:pPr>
                        <a:lnSpc>
                          <a:spcPct val="115000"/>
                        </a:lnSpc>
                        <a:spcAft>
                          <a:spcPts val="800"/>
                        </a:spcAft>
                        <a:buNone/>
                      </a:pPr>
                      <a:r>
                        <a:rPr lang="en-ZA" sz="1200" kern="100">
                          <a:effectLst/>
                        </a:rPr>
                        <a:t>R03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102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7172594"/>
                  </a:ext>
                </a:extLst>
              </a:tr>
              <a:tr h="480256">
                <a:tc>
                  <a:txBody>
                    <a:bodyPr/>
                    <a:lstStyle/>
                    <a:p>
                      <a:pPr>
                        <a:lnSpc>
                          <a:spcPct val="115000"/>
                        </a:lnSpc>
                        <a:spcAft>
                          <a:spcPts val="800"/>
                        </a:spcAft>
                        <a:buNone/>
                      </a:pPr>
                      <a:r>
                        <a:rPr lang="en-ZA" sz="1200" kern="100">
                          <a:effectLst/>
                        </a:rPr>
                        <a:t>R04</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W03</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301</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Occupied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49988443"/>
                  </a:ext>
                </a:extLst>
              </a:tr>
              <a:tr h="480256">
                <a:tc>
                  <a:txBody>
                    <a:bodyPr/>
                    <a:lstStyle/>
                    <a:p>
                      <a:pPr>
                        <a:lnSpc>
                          <a:spcPct val="115000"/>
                        </a:lnSpc>
                        <a:spcAft>
                          <a:spcPts val="800"/>
                        </a:spcAft>
                        <a:buNone/>
                      </a:pPr>
                      <a:r>
                        <a:rPr lang="en-ZA" sz="1200" kern="100">
                          <a:effectLst/>
                        </a:rPr>
                        <a:t>R05</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202</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a:effectLst/>
                        </a:rPr>
                        <a:t>Occupied</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14350902"/>
                  </a:ext>
                </a:extLst>
              </a:tr>
            </a:tbl>
          </a:graphicData>
        </a:graphic>
      </p:graphicFrame>
      <p:sp>
        <p:nvSpPr>
          <p:cNvPr id="6" name="TextBox 5">
            <a:extLst>
              <a:ext uri="{FF2B5EF4-FFF2-40B4-BE49-F238E27FC236}">
                <a16:creationId xmlns:a16="http://schemas.microsoft.com/office/drawing/2014/main" id="{5D8FF107-9A3B-1148-58E1-A8E5DCD86A37}"/>
              </a:ext>
            </a:extLst>
          </p:cNvPr>
          <p:cNvSpPr txBox="1"/>
          <p:nvPr/>
        </p:nvSpPr>
        <p:spPr>
          <a:xfrm>
            <a:off x="838200" y="1384939"/>
            <a:ext cx="10515600" cy="1405513"/>
          </a:xfrm>
          <a:prstGeom prst="rect">
            <a:avLst/>
          </a:prstGeom>
          <a:noFill/>
        </p:spPr>
        <p:txBody>
          <a:bodyPr wrap="square">
            <a:spAutoFit/>
          </a:bodyPr>
          <a:lstStyle/>
          <a:p>
            <a:pPr>
              <a:lnSpc>
                <a:spcPct val="100000"/>
              </a:lnSpc>
              <a:spcAft>
                <a:spcPts val="800"/>
              </a:spcAft>
              <a:buNone/>
            </a:pPr>
            <a:r>
              <a:rPr lang="en-ZA" sz="1800" kern="100" dirty="0">
                <a:effectLst/>
                <a:latin typeface="+mn-lt"/>
                <a:ea typeface="Aptos" panose="020B0004020202020204" pitchFamily="34" charset="0"/>
                <a:cs typeface="Times New Roman" panose="02020603050405020304" pitchFamily="18" charset="0"/>
              </a:rPr>
              <a:t>To achieve Third Normal Form (3NF), all transitive </a:t>
            </a:r>
            <a:r>
              <a:rPr lang="en-ZA" sz="1800" kern="100" dirty="0" err="1">
                <a:effectLst/>
                <a:latin typeface="+mn-lt"/>
                <a:ea typeface="Aptos" panose="020B0004020202020204" pitchFamily="34" charset="0"/>
                <a:cs typeface="Times New Roman" panose="02020603050405020304" pitchFamily="18" charset="0"/>
              </a:rPr>
              <a:t>dependencie</a:t>
            </a:r>
            <a:r>
              <a:rPr lang="en-ZA" sz="1800" kern="100" dirty="0">
                <a:effectLst/>
                <a:latin typeface="+mn-lt"/>
                <a:ea typeface="Aptos" panose="020B0004020202020204" pitchFamily="34" charset="0"/>
                <a:cs typeface="Times New Roman" panose="02020603050405020304" pitchFamily="18" charset="0"/>
              </a:rPr>
              <a:t> are removed. That leaves us with the following table structure:</a:t>
            </a:r>
          </a:p>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Room</a:t>
            </a:r>
            <a:endParaRPr lang="en-ZA" sz="18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n-ZA" sz="1800" b="1" kern="100" dirty="0">
                <a:effectLst/>
                <a:latin typeface="+mn-lt"/>
                <a:ea typeface="Aptos" panose="020B0004020202020204" pitchFamily="34" charset="0"/>
                <a:cs typeface="Times New Roman" panose="02020603050405020304" pitchFamily="18" charset="0"/>
              </a:rPr>
              <a:t>The </a:t>
            </a:r>
            <a:r>
              <a:rPr lang="en-ZA" sz="1800" b="1" kern="100" dirty="0" err="1">
                <a:effectLst/>
                <a:latin typeface="+mn-lt"/>
                <a:ea typeface="Aptos" panose="020B0004020202020204" pitchFamily="34" charset="0"/>
                <a:cs typeface="Times New Roman" panose="02020603050405020304" pitchFamily="18" charset="0"/>
              </a:rPr>
              <a:t>transistive</a:t>
            </a:r>
            <a:r>
              <a:rPr lang="en-ZA" sz="1800" b="1" kern="100" dirty="0">
                <a:effectLst/>
                <a:latin typeface="+mn-lt"/>
                <a:ea typeface="Aptos" panose="020B0004020202020204" pitchFamily="34" charset="0"/>
                <a:cs typeface="Times New Roman" panose="02020603050405020304" pitchFamily="18" charset="0"/>
              </a:rPr>
              <a:t> dependency is removed, thus achieving 3NF.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2472496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FCFD1-19EA-AA1F-13F2-EA22CC5B8A06}"/>
              </a:ext>
            </a:extLst>
          </p:cNvPr>
          <p:cNvSpPr>
            <a:spLocks noGrp="1"/>
          </p:cNvSpPr>
          <p:nvPr>
            <p:ph type="title"/>
          </p:nvPr>
        </p:nvSpPr>
        <p:spPr/>
        <p:txBody>
          <a:bodyPr/>
          <a:lstStyle/>
          <a:p>
            <a:r>
              <a:rPr lang="en-ZA" dirty="0"/>
              <a:t>Final 3NF Relations</a:t>
            </a:r>
          </a:p>
        </p:txBody>
      </p:sp>
      <p:graphicFrame>
        <p:nvGraphicFramePr>
          <p:cNvPr id="4" name="Content Placeholder 3">
            <a:extLst>
              <a:ext uri="{FF2B5EF4-FFF2-40B4-BE49-F238E27FC236}">
                <a16:creationId xmlns:a16="http://schemas.microsoft.com/office/drawing/2014/main" id="{4E7DBDEE-ADAD-BF65-BB98-09F306EEBBA1}"/>
              </a:ext>
            </a:extLst>
          </p:cNvPr>
          <p:cNvGraphicFramePr>
            <a:graphicFrameLocks noGrp="1"/>
          </p:cNvGraphicFramePr>
          <p:nvPr>
            <p:ph idx="1"/>
            <p:extLst>
              <p:ext uri="{D42A27DB-BD31-4B8C-83A1-F6EECF244321}">
                <p14:modId xmlns:p14="http://schemas.microsoft.com/office/powerpoint/2010/main" val="2170722566"/>
              </p:ext>
            </p:extLst>
          </p:nvPr>
        </p:nvGraphicFramePr>
        <p:xfrm>
          <a:off x="591671" y="1492624"/>
          <a:ext cx="10762129" cy="5000249"/>
        </p:xfrm>
        <a:graphic>
          <a:graphicData uri="http://schemas.openxmlformats.org/drawingml/2006/table">
            <a:tbl>
              <a:tblPr firstRow="1" firstCol="1" bandRow="1">
                <a:tableStyleId>{5C22544A-7EE6-4342-B048-85BDC9FD1C3A}</a:tableStyleId>
              </a:tblPr>
              <a:tblGrid>
                <a:gridCol w="981635">
                  <a:extLst>
                    <a:ext uri="{9D8B030D-6E8A-4147-A177-3AD203B41FA5}">
                      <a16:colId xmlns:a16="http://schemas.microsoft.com/office/drawing/2014/main" val="3541111943"/>
                    </a:ext>
                  </a:extLst>
                </a:gridCol>
                <a:gridCol w="9780494">
                  <a:extLst>
                    <a:ext uri="{9D8B030D-6E8A-4147-A177-3AD203B41FA5}">
                      <a16:colId xmlns:a16="http://schemas.microsoft.com/office/drawing/2014/main" val="4010750105"/>
                    </a:ext>
                  </a:extLst>
                </a:gridCol>
              </a:tblGrid>
              <a:tr h="360205">
                <a:tc>
                  <a:txBody>
                    <a:bodyPr/>
                    <a:lstStyle/>
                    <a:p>
                      <a:pPr>
                        <a:lnSpc>
                          <a:spcPct val="115000"/>
                        </a:lnSpc>
                        <a:spcAft>
                          <a:spcPts val="800"/>
                        </a:spcAft>
                        <a:buNone/>
                      </a:pPr>
                      <a:r>
                        <a:rPr lang="en-ZA" sz="1200" kern="100">
                          <a:effectLst/>
                        </a:rPr>
                        <a:t>Entities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Attributes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82845462"/>
                  </a:ext>
                </a:extLst>
              </a:tr>
              <a:tr h="360205">
                <a:tc>
                  <a:txBody>
                    <a:bodyPr/>
                    <a:lstStyle/>
                    <a:p>
                      <a:pPr>
                        <a:lnSpc>
                          <a:spcPct val="115000"/>
                        </a:lnSpc>
                        <a:spcAft>
                          <a:spcPts val="800"/>
                        </a:spcAft>
                        <a:buNone/>
                      </a:pPr>
                      <a:r>
                        <a:rPr lang="en-ZA" sz="1200" kern="100">
                          <a:effectLst/>
                        </a:rPr>
                        <a:t>Patient</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PatientID (PK), FirstName, LastName, PhoneNumber</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3394851"/>
                  </a:ext>
                </a:extLst>
              </a:tr>
              <a:tr h="706203">
                <a:tc>
                  <a:txBody>
                    <a:bodyPr/>
                    <a:lstStyle/>
                    <a:p>
                      <a:pPr>
                        <a:lnSpc>
                          <a:spcPct val="115000"/>
                        </a:lnSpc>
                        <a:spcAft>
                          <a:spcPts val="800"/>
                        </a:spcAft>
                        <a:buNone/>
                      </a:pPr>
                      <a:r>
                        <a:rPr lang="en-ZA" sz="1200" kern="100">
                          <a:effectLst/>
                        </a:rPr>
                        <a:t>Appointment</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AppointmentID (PK), PatientID (FK), AppointmentDate, AppointmentTime, AppointmentStatus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84353459"/>
                  </a:ext>
                </a:extLst>
              </a:tr>
              <a:tr h="706203">
                <a:tc>
                  <a:txBody>
                    <a:bodyPr/>
                    <a:lstStyle/>
                    <a:p>
                      <a:pPr>
                        <a:lnSpc>
                          <a:spcPct val="115000"/>
                        </a:lnSpc>
                        <a:spcAft>
                          <a:spcPts val="800"/>
                        </a:spcAft>
                        <a:buNone/>
                      </a:pPr>
                      <a:r>
                        <a:rPr lang="en-ZA" sz="1200" kern="100">
                          <a:effectLst/>
                        </a:rPr>
                        <a:t>Admission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AdmissionID (PK), AppointmentID (FK), PatientID (FK), RoomID (FK), AdmissionDate, DischargeDate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11486784"/>
                  </a:ext>
                </a:extLst>
              </a:tr>
              <a:tr h="360205">
                <a:tc>
                  <a:txBody>
                    <a:bodyPr/>
                    <a:lstStyle/>
                    <a:p>
                      <a:pPr>
                        <a:lnSpc>
                          <a:spcPct val="115000"/>
                        </a:lnSpc>
                        <a:spcAft>
                          <a:spcPts val="800"/>
                        </a:spcAft>
                        <a:buNone/>
                      </a:pPr>
                      <a:r>
                        <a:rPr lang="en-ZA" sz="1200" kern="100">
                          <a:effectLst/>
                        </a:rPr>
                        <a:t>Ward</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WardID (PK), WardName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89542859"/>
                  </a:ext>
                </a:extLst>
              </a:tr>
              <a:tr h="360205">
                <a:tc>
                  <a:txBody>
                    <a:bodyPr/>
                    <a:lstStyle/>
                    <a:p>
                      <a:pPr>
                        <a:lnSpc>
                          <a:spcPct val="115000"/>
                        </a:lnSpc>
                        <a:spcAft>
                          <a:spcPts val="800"/>
                        </a:spcAft>
                        <a:buNone/>
                      </a:pPr>
                      <a:r>
                        <a:rPr lang="en-ZA" sz="1200" kern="100">
                          <a:effectLst/>
                        </a:rPr>
                        <a:t>Room</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RoomID (PK), WardID (FK), RoomNumber, RoomAvailability</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34266561"/>
                  </a:ext>
                </a:extLst>
              </a:tr>
              <a:tr h="360205">
                <a:tc>
                  <a:txBody>
                    <a:bodyPr/>
                    <a:lstStyle/>
                    <a:p>
                      <a:pPr>
                        <a:lnSpc>
                          <a:spcPct val="115000"/>
                        </a:lnSpc>
                        <a:spcAft>
                          <a:spcPts val="800"/>
                        </a:spcAft>
                        <a:buNone/>
                      </a:pPr>
                      <a:r>
                        <a:rPr lang="en-ZA" sz="1200" kern="100">
                          <a:effectLst/>
                        </a:rPr>
                        <a:t>Staff</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StaffID (PK), StaffType, Initials</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3360848"/>
                  </a:ext>
                </a:extLst>
              </a:tr>
              <a:tr h="706203">
                <a:tc>
                  <a:txBody>
                    <a:bodyPr/>
                    <a:lstStyle/>
                    <a:p>
                      <a:pPr>
                        <a:lnSpc>
                          <a:spcPct val="115000"/>
                        </a:lnSpc>
                        <a:spcAft>
                          <a:spcPts val="800"/>
                        </a:spcAft>
                        <a:buNone/>
                      </a:pPr>
                      <a:r>
                        <a:rPr lang="en-ZA" sz="1200" kern="100">
                          <a:effectLst/>
                        </a:rPr>
                        <a:t>Treatment</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TreatmentID (PK), AppointmentID (FK), StaffID (FK), Diagnosis, TreatmentDescription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91544627"/>
                  </a:ext>
                </a:extLst>
              </a:tr>
              <a:tr h="360205">
                <a:tc>
                  <a:txBody>
                    <a:bodyPr/>
                    <a:lstStyle/>
                    <a:p>
                      <a:pPr>
                        <a:lnSpc>
                          <a:spcPct val="115000"/>
                        </a:lnSpc>
                        <a:spcAft>
                          <a:spcPts val="800"/>
                        </a:spcAft>
                        <a:buNone/>
                      </a:pPr>
                      <a:r>
                        <a:rPr lang="en-ZA" sz="1200" kern="100">
                          <a:effectLst/>
                        </a:rPr>
                        <a:t>Medicine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MedicineID (PK), MedicineName, Stock</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9613374"/>
                  </a:ext>
                </a:extLst>
              </a:tr>
              <a:tr h="360205">
                <a:tc>
                  <a:txBody>
                    <a:bodyPr/>
                    <a:lstStyle/>
                    <a:p>
                      <a:pPr>
                        <a:lnSpc>
                          <a:spcPct val="115000"/>
                        </a:lnSpc>
                        <a:spcAft>
                          <a:spcPts val="800"/>
                        </a:spcAft>
                        <a:buNone/>
                      </a:pPr>
                      <a:r>
                        <a:rPr lang="en-ZA" sz="1200" kern="100">
                          <a:effectLst/>
                        </a:rPr>
                        <a:t>Prescription</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a:effectLst/>
                        </a:rPr>
                        <a:t>PrescriptionID (PK), AppointmentID (FK), MedicineID (FK), Dosage</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9004657"/>
                  </a:ext>
                </a:extLst>
              </a:tr>
              <a:tr h="360205">
                <a:tc>
                  <a:txBody>
                    <a:bodyPr/>
                    <a:lstStyle/>
                    <a:p>
                      <a:pPr>
                        <a:lnSpc>
                          <a:spcPct val="115000"/>
                        </a:lnSpc>
                        <a:spcAft>
                          <a:spcPts val="800"/>
                        </a:spcAft>
                        <a:buNone/>
                      </a:pPr>
                      <a:r>
                        <a:rPr lang="en-ZA" sz="1200" kern="100">
                          <a:effectLst/>
                        </a:rPr>
                        <a:t>Billing</a:t>
                      </a:r>
                      <a:endParaRPr lang="en-ZA"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ZA" sz="1200" kern="100" dirty="0" err="1">
                          <a:effectLst/>
                        </a:rPr>
                        <a:t>BillID</a:t>
                      </a:r>
                      <a:r>
                        <a:rPr lang="en-ZA" sz="1200" kern="100" dirty="0">
                          <a:effectLst/>
                        </a:rPr>
                        <a:t> (PK), </a:t>
                      </a:r>
                      <a:r>
                        <a:rPr lang="en-ZA" sz="1200" kern="100" dirty="0" err="1">
                          <a:effectLst/>
                        </a:rPr>
                        <a:t>PatientID</a:t>
                      </a:r>
                      <a:r>
                        <a:rPr lang="en-ZA" sz="1200" kern="100" dirty="0">
                          <a:effectLst/>
                        </a:rPr>
                        <a:t> (FK), Amount, </a:t>
                      </a:r>
                      <a:r>
                        <a:rPr lang="en-ZA" sz="1200" kern="100" dirty="0" err="1">
                          <a:effectLst/>
                        </a:rPr>
                        <a:t>PaymentStatus</a:t>
                      </a:r>
                      <a:endParaRPr lang="en-ZA"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57418311"/>
                  </a:ext>
                </a:extLst>
              </a:tr>
            </a:tbl>
          </a:graphicData>
        </a:graphic>
      </p:graphicFrame>
    </p:spTree>
    <p:extLst>
      <p:ext uri="{BB962C8B-B14F-4D97-AF65-F5344CB8AC3E}">
        <p14:creationId xmlns:p14="http://schemas.microsoft.com/office/powerpoint/2010/main" val="410029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7573-4734-5731-3F01-55C7B019B640}"/>
              </a:ext>
            </a:extLst>
          </p:cNvPr>
          <p:cNvSpPr>
            <a:spLocks noGrp="1"/>
          </p:cNvSpPr>
          <p:nvPr>
            <p:ph type="title"/>
          </p:nvPr>
        </p:nvSpPr>
        <p:spPr/>
        <p:txBody>
          <a:bodyPr/>
          <a:lstStyle/>
          <a:p>
            <a:r>
              <a:rPr lang="en-ZA" dirty="0"/>
              <a:t>3NF (</a:t>
            </a:r>
            <a:r>
              <a:rPr lang="en-ZA" dirty="0" err="1"/>
              <a:t>cont</a:t>
            </a:r>
            <a:r>
              <a:rPr lang="en-ZA" dirty="0"/>
              <a:t>): Outcomes</a:t>
            </a:r>
          </a:p>
        </p:txBody>
      </p:sp>
      <p:sp>
        <p:nvSpPr>
          <p:cNvPr id="3" name="Content Placeholder 2">
            <a:extLst>
              <a:ext uri="{FF2B5EF4-FFF2-40B4-BE49-F238E27FC236}">
                <a16:creationId xmlns:a16="http://schemas.microsoft.com/office/drawing/2014/main" id="{34BD76F8-1D40-9ECA-2B6E-3BF89906FF66}"/>
              </a:ext>
            </a:extLst>
          </p:cNvPr>
          <p:cNvSpPr>
            <a:spLocks noGrp="1"/>
          </p:cNvSpPr>
          <p:nvPr>
            <p:ph idx="1"/>
          </p:nvPr>
        </p:nvSpPr>
        <p:spPr/>
        <p:txBody>
          <a:bodyPr>
            <a:normAutofit lnSpcReduction="10000"/>
          </a:bodyPr>
          <a:lstStyle/>
          <a:p>
            <a:pPr marL="0" indent="0">
              <a:buNone/>
            </a:pPr>
            <a:r>
              <a:rPr lang="en-ZA" b="1" dirty="0"/>
              <a:t>We achieve the following because of 3NF:</a:t>
            </a:r>
            <a:endParaRPr lang="en-ZA" dirty="0"/>
          </a:p>
          <a:p>
            <a:pPr lvl="0"/>
            <a:r>
              <a:rPr lang="en-ZA" dirty="0"/>
              <a:t>Repeating groups are eliminated.</a:t>
            </a:r>
          </a:p>
          <a:p>
            <a:pPr lvl="0"/>
            <a:r>
              <a:rPr lang="en-ZA" dirty="0"/>
              <a:t>Partial dependencies are removed.</a:t>
            </a:r>
          </a:p>
          <a:p>
            <a:pPr lvl="0"/>
            <a:r>
              <a:rPr lang="en-ZA" dirty="0"/>
              <a:t>Transitive dependencies are removed.</a:t>
            </a:r>
          </a:p>
          <a:p>
            <a:pPr lvl="0"/>
            <a:r>
              <a:rPr lang="en-ZA" dirty="0"/>
              <a:t>Medicine data is separated from prescription data.</a:t>
            </a:r>
          </a:p>
          <a:p>
            <a:pPr lvl="0"/>
            <a:r>
              <a:rPr lang="en-ZA" dirty="0"/>
              <a:t>Appointment information was stored once.</a:t>
            </a:r>
          </a:p>
          <a:p>
            <a:pPr lvl="0"/>
            <a:r>
              <a:rPr lang="en-ZA" dirty="0"/>
              <a:t>Foreign keys link related tables.</a:t>
            </a:r>
          </a:p>
          <a:p>
            <a:pPr lvl="0"/>
            <a:r>
              <a:rPr lang="en-ZA" dirty="0"/>
              <a:t>Data integrity is improved.</a:t>
            </a:r>
          </a:p>
          <a:p>
            <a:pPr lvl="0"/>
            <a:r>
              <a:rPr lang="en-ZA" dirty="0"/>
              <a:t>Redundancy was minimized throughout the database.</a:t>
            </a:r>
          </a:p>
          <a:p>
            <a:endParaRPr lang="en-ZA" dirty="0"/>
          </a:p>
        </p:txBody>
      </p:sp>
    </p:spTree>
    <p:extLst>
      <p:ext uri="{BB962C8B-B14F-4D97-AF65-F5344CB8AC3E}">
        <p14:creationId xmlns:p14="http://schemas.microsoft.com/office/powerpoint/2010/main" val="1490064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DDB3AD-95EC-D28C-44E4-7CC2AC61442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The Resulting ERD</a:t>
            </a:r>
          </a:p>
        </p:txBody>
      </p:sp>
      <p:pic>
        <p:nvPicPr>
          <p:cNvPr id="9" name="Content Placeholder 8">
            <a:extLst>
              <a:ext uri="{FF2B5EF4-FFF2-40B4-BE49-F238E27FC236}">
                <a16:creationId xmlns:a16="http://schemas.microsoft.com/office/drawing/2014/main" id="{916ACB7F-F293-5F8A-25EE-65842619A7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16526" y="825742"/>
            <a:ext cx="7579234" cy="5204186"/>
          </a:xfrm>
          <a:prstGeom prst="rect">
            <a:avLst/>
          </a:prstGeom>
        </p:spPr>
      </p:pic>
    </p:spTree>
    <p:extLst>
      <p:ext uri="{BB962C8B-B14F-4D97-AF65-F5344CB8AC3E}">
        <p14:creationId xmlns:p14="http://schemas.microsoft.com/office/powerpoint/2010/main" val="5213896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8AA54-1ABD-D83E-D188-B6D981BB3DBC}"/>
              </a:ext>
            </a:extLst>
          </p:cNvPr>
          <p:cNvSpPr>
            <a:spLocks noGrp="1"/>
          </p:cNvSpPr>
          <p:nvPr>
            <p:ph type="title"/>
          </p:nvPr>
        </p:nvSpPr>
        <p:spPr/>
        <p:txBody>
          <a:bodyPr/>
          <a:lstStyle/>
          <a:p>
            <a:r>
              <a:rPr lang="en-ZA" dirty="0"/>
              <a:t>Normalization Summary</a:t>
            </a:r>
          </a:p>
        </p:txBody>
      </p:sp>
      <p:sp>
        <p:nvSpPr>
          <p:cNvPr id="3" name="Content Placeholder 2">
            <a:extLst>
              <a:ext uri="{FF2B5EF4-FFF2-40B4-BE49-F238E27FC236}">
                <a16:creationId xmlns:a16="http://schemas.microsoft.com/office/drawing/2014/main" id="{0AE5D379-E596-CE86-7859-E01B4BEB040B}"/>
              </a:ext>
            </a:extLst>
          </p:cNvPr>
          <p:cNvSpPr>
            <a:spLocks noGrp="1"/>
          </p:cNvSpPr>
          <p:nvPr>
            <p:ph idx="1"/>
          </p:nvPr>
        </p:nvSpPr>
        <p:spPr/>
        <p:txBody>
          <a:bodyPr>
            <a:normAutofit fontScale="92500" lnSpcReduction="10000"/>
          </a:bodyPr>
          <a:lstStyle/>
          <a:p>
            <a:pPr marL="0" indent="0">
              <a:buNone/>
            </a:pPr>
            <a:r>
              <a:rPr lang="en-ZA" dirty="0"/>
              <a:t>The G14 Healthcare Facility database was normalized from Unnormalized Form (UNF) through First Normal Form (1NF), Second Normal Form (2NF), and finally Third Normal Form (3NF). The normalization process eliminated redundant data, improved consistency, and ensured efficient data storage. The final database structure provides an integrated solution for managing patients, appointments, admissions, wards, rooms, staff members, treatments, medicines, prescriptions, and billing records while supporting both outpatient and inpatient healthcare services.</a:t>
            </a:r>
          </a:p>
          <a:p>
            <a:pPr marL="0" indent="0">
              <a:buNone/>
            </a:pPr>
            <a:endParaRPr lang="en-ZA" dirty="0"/>
          </a:p>
          <a:p>
            <a:pPr marL="0" indent="0">
              <a:buNone/>
            </a:pPr>
            <a:r>
              <a:rPr lang="en-ZA" dirty="0"/>
              <a:t>With the database of G14 normalized we can move to the implementation or testing of the physical database.</a:t>
            </a:r>
          </a:p>
          <a:p>
            <a:endParaRPr lang="en-ZA" dirty="0"/>
          </a:p>
        </p:txBody>
      </p:sp>
    </p:spTree>
    <p:extLst>
      <p:ext uri="{BB962C8B-B14F-4D97-AF65-F5344CB8AC3E}">
        <p14:creationId xmlns:p14="http://schemas.microsoft.com/office/powerpoint/2010/main" val="3457416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AB473-CA94-5952-F1BB-1F2176396142}"/>
              </a:ext>
            </a:extLst>
          </p:cNvPr>
          <p:cNvSpPr>
            <a:spLocks noGrp="1"/>
          </p:cNvSpPr>
          <p:nvPr>
            <p:ph type="title"/>
          </p:nvPr>
        </p:nvSpPr>
        <p:spPr/>
        <p:txBody>
          <a:bodyPr/>
          <a:lstStyle/>
          <a:p>
            <a:r>
              <a:rPr lang="en-ZA" dirty="0"/>
              <a:t>ERD (Planning) :Logical</a:t>
            </a:r>
          </a:p>
        </p:txBody>
      </p:sp>
      <p:pic>
        <p:nvPicPr>
          <p:cNvPr id="5" name="Content Placeholder 4">
            <a:extLst>
              <a:ext uri="{FF2B5EF4-FFF2-40B4-BE49-F238E27FC236}">
                <a16:creationId xmlns:a16="http://schemas.microsoft.com/office/drawing/2014/main" id="{DD70DA5F-9708-CFB1-3CEA-21007E3DD2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1520" y="1608982"/>
            <a:ext cx="10195560" cy="4746098"/>
          </a:xfrm>
          <a:prstGeom prst="rect">
            <a:avLst/>
          </a:prstGeom>
        </p:spPr>
      </p:pic>
    </p:spTree>
    <p:extLst>
      <p:ext uri="{BB962C8B-B14F-4D97-AF65-F5344CB8AC3E}">
        <p14:creationId xmlns:p14="http://schemas.microsoft.com/office/powerpoint/2010/main" val="2547302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034813-0DB6-AFF1-5283-43CAF4C12F88}"/>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ERD (Relational)</a:t>
            </a: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61F8116-F386-A6A1-AA04-BC969D1A14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5238" y="953738"/>
            <a:ext cx="7839480" cy="5021479"/>
          </a:xfrm>
          <a:prstGeom prst="rect">
            <a:avLst/>
          </a:prstGeom>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02859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43A7A40-1AE6-4218-A8E0-8248174A5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D8AB40A-4374-4897-B5EE-9F8913476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67F3EB-9301-A51A-ABD6-C2FE632F6CFD}"/>
              </a:ext>
            </a:extLst>
          </p:cNvPr>
          <p:cNvSpPr>
            <a:spLocks noGrp="1"/>
          </p:cNvSpPr>
          <p:nvPr>
            <p:ph type="title"/>
          </p:nvPr>
        </p:nvSpPr>
        <p:spPr>
          <a:xfrm>
            <a:off x="8325852" y="1118937"/>
            <a:ext cx="3404937" cy="2683187"/>
          </a:xfrm>
        </p:spPr>
        <p:txBody>
          <a:bodyPr vert="horz" lIns="91440" tIns="45720" rIns="91440" bIns="45720" rtlCol="0" anchor="b">
            <a:normAutofit/>
          </a:bodyPr>
          <a:lstStyle/>
          <a:p>
            <a:r>
              <a:rPr lang="en-US" sz="4000" kern="1200">
                <a:solidFill>
                  <a:schemeClr val="tx2"/>
                </a:solidFill>
                <a:latin typeface="+mj-lt"/>
                <a:ea typeface="+mj-ea"/>
                <a:cs typeface="+mj-cs"/>
              </a:rPr>
              <a:t>ERD (with crows foot notation)</a:t>
            </a:r>
          </a:p>
        </p:txBody>
      </p:sp>
      <p:grpSp>
        <p:nvGrpSpPr>
          <p:cNvPr id="14" name="Group 13">
            <a:extLst>
              <a:ext uri="{FF2B5EF4-FFF2-40B4-BE49-F238E27FC236}">
                <a16:creationId xmlns:a16="http://schemas.microsoft.com/office/drawing/2014/main" id="{2783379C-045E-4010-ABDC-A270A0AA10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1" y="170308"/>
            <a:ext cx="2514948" cy="2174333"/>
            <a:chOff x="-305" y="-4155"/>
            <a:chExt cx="2514948" cy="2174333"/>
          </a:xfrm>
        </p:grpSpPr>
        <p:sp>
          <p:nvSpPr>
            <p:cNvPr id="15" name="Freeform: Shape 14">
              <a:extLst>
                <a:ext uri="{FF2B5EF4-FFF2-40B4-BE49-F238E27FC236}">
                  <a16:creationId xmlns:a16="http://schemas.microsoft.com/office/drawing/2014/main" id="{0B0AB1BF-11AE-4CFF-85EC-E51DBD316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26548A0-953E-4FBA-97A5-592ACAF42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84FA27B-CD1F-421B-BB4F-B141F02FF4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3CDBD6AB-1AC7-4807-9C34-01139BB7C2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Content Placeholder 4">
            <a:extLst>
              <a:ext uri="{FF2B5EF4-FFF2-40B4-BE49-F238E27FC236}">
                <a16:creationId xmlns:a16="http://schemas.microsoft.com/office/drawing/2014/main" id="{2BD232C8-B75B-88BE-EAC7-6807EDC4E2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3592" y="1118936"/>
            <a:ext cx="7459216" cy="5083743"/>
          </a:xfrm>
          <a:prstGeom prst="rect">
            <a:avLst/>
          </a:prstGeom>
        </p:spPr>
      </p:pic>
      <p:grpSp>
        <p:nvGrpSpPr>
          <p:cNvPr id="20" name="Group 19">
            <a:extLst>
              <a:ext uri="{FF2B5EF4-FFF2-40B4-BE49-F238E27FC236}">
                <a16:creationId xmlns:a16="http://schemas.microsoft.com/office/drawing/2014/main" id="{F5FDDF18-F156-4D2D-82C6-F55008E338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3" y="4560734"/>
            <a:ext cx="3061446" cy="2297265"/>
            <a:chOff x="-305" y="-1"/>
            <a:chExt cx="3832880" cy="2876136"/>
          </a:xfrm>
        </p:grpSpPr>
        <p:sp>
          <p:nvSpPr>
            <p:cNvPr id="21" name="Freeform: Shape 20">
              <a:extLst>
                <a:ext uri="{FF2B5EF4-FFF2-40B4-BE49-F238E27FC236}">
                  <a16:creationId xmlns:a16="http://schemas.microsoft.com/office/drawing/2014/main" id="{3822C29E-FFDD-45BC-A286-9C00C8E2D2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9E2381D-1763-4D42-A3A2-B2345DD35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D2A622D5-9532-4E0C-B9A8-DAEDD4646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5C0ABE88-5ADF-4A31-8505-78968DBB5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562096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A656-47A7-CD08-784C-5581824DD5DB}"/>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382A76D0-C5FF-007B-D396-2F585619140B}"/>
              </a:ext>
            </a:extLst>
          </p:cNvPr>
          <p:cNvSpPr>
            <a:spLocks noGrp="1"/>
          </p:cNvSpPr>
          <p:nvPr>
            <p:ph idx="1"/>
          </p:nvPr>
        </p:nvSpPr>
        <p:spPr/>
        <p:txBody>
          <a:bodyPr>
            <a:normAutofit fontScale="85000" lnSpcReduction="20000"/>
          </a:bodyPr>
          <a:lstStyle/>
          <a:p>
            <a:pPr marL="0" indent="0">
              <a:buNone/>
            </a:pPr>
            <a:r>
              <a:rPr lang="en-ZA" dirty="0"/>
              <a:t>-- PATIENTS</a:t>
            </a:r>
          </a:p>
          <a:p>
            <a:pPr marL="0" indent="0">
              <a:buNone/>
            </a:pPr>
            <a:r>
              <a:rPr lang="en-ZA" dirty="0"/>
              <a:t>-- ==========================================</a:t>
            </a:r>
          </a:p>
          <a:p>
            <a:pPr marL="0" indent="0">
              <a:buNone/>
            </a:pPr>
            <a:r>
              <a:rPr lang="en-ZA" dirty="0"/>
              <a:t>CREATE TABLE PATIENTS (</a:t>
            </a:r>
          </a:p>
          <a:p>
            <a:pPr marL="0" indent="0">
              <a:buNone/>
            </a:pPr>
            <a:r>
              <a:rPr lang="en-ZA" dirty="0"/>
              <a:t>    </a:t>
            </a:r>
            <a:r>
              <a:rPr lang="en-ZA" dirty="0" err="1"/>
              <a:t>patient_id</a:t>
            </a:r>
            <a:r>
              <a:rPr lang="en-ZA" dirty="0"/>
              <a:t>      VARCHAR(10) NOT NULL,</a:t>
            </a:r>
          </a:p>
          <a:p>
            <a:pPr marL="0" indent="0">
              <a:buNone/>
            </a:pPr>
            <a:r>
              <a:rPr lang="en-ZA" dirty="0"/>
              <a:t>    </a:t>
            </a:r>
            <a:r>
              <a:rPr lang="en-ZA" dirty="0" err="1"/>
              <a:t>first_name</a:t>
            </a:r>
            <a:r>
              <a:rPr lang="en-ZA" dirty="0"/>
              <a:t>      VARCHAR(50) NOT NULL,</a:t>
            </a:r>
          </a:p>
          <a:p>
            <a:pPr marL="0" indent="0">
              <a:buNone/>
            </a:pPr>
            <a:r>
              <a:rPr lang="en-ZA" dirty="0"/>
              <a:t>    </a:t>
            </a:r>
            <a:r>
              <a:rPr lang="en-ZA" dirty="0" err="1"/>
              <a:t>last_name</a:t>
            </a:r>
            <a:r>
              <a:rPr lang="en-ZA" dirty="0"/>
              <a:t>       VARCHAR(50) NOT NULL,</a:t>
            </a:r>
          </a:p>
          <a:p>
            <a:pPr marL="0" indent="0">
              <a:buNone/>
            </a:pPr>
            <a:r>
              <a:rPr lang="en-ZA" dirty="0"/>
              <a:t>    </a:t>
            </a:r>
            <a:r>
              <a:rPr lang="en-ZA" dirty="0" err="1"/>
              <a:t>phone_number</a:t>
            </a:r>
            <a:r>
              <a:rPr lang="en-ZA" dirty="0"/>
              <a:t>    VARCHAR(10) NOT NULL,</a:t>
            </a:r>
          </a:p>
          <a:p>
            <a:pPr marL="0" indent="0">
              <a:buNone/>
            </a:pPr>
            <a:r>
              <a:rPr lang="en-ZA" dirty="0"/>
              <a:t>    CONSTRAINT PATIENTS_PK</a:t>
            </a:r>
          </a:p>
          <a:p>
            <a:pPr marL="0" indent="0">
              <a:buNone/>
            </a:pPr>
            <a:r>
              <a:rPr lang="en-ZA" dirty="0"/>
              <a:t>        PRIMARY KEY (</a:t>
            </a:r>
            <a:r>
              <a:rPr lang="en-ZA" dirty="0" err="1"/>
              <a:t>patient_id</a:t>
            </a:r>
            <a:r>
              <a:rPr lang="en-ZA" dirty="0"/>
              <a:t>)</a:t>
            </a:r>
          </a:p>
          <a:p>
            <a:pPr marL="0" indent="0">
              <a:buNone/>
            </a:pPr>
            <a:r>
              <a:rPr lang="en-ZA" dirty="0"/>
              <a:t>);</a:t>
            </a:r>
          </a:p>
          <a:p>
            <a:pPr marL="0" indent="0">
              <a:buNone/>
            </a:pPr>
            <a:r>
              <a:rPr lang="en-ZA" dirty="0"/>
              <a:t>-- ==========================================</a:t>
            </a:r>
          </a:p>
          <a:p>
            <a:pPr marL="0" indent="0">
              <a:buNone/>
            </a:pPr>
            <a:endParaRPr lang="en-ZA" dirty="0"/>
          </a:p>
        </p:txBody>
      </p:sp>
    </p:spTree>
    <p:extLst>
      <p:ext uri="{BB962C8B-B14F-4D97-AF65-F5344CB8AC3E}">
        <p14:creationId xmlns:p14="http://schemas.microsoft.com/office/powerpoint/2010/main" val="31670894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FE94-F5BE-86FC-4F06-0AE8A2CD4AA1}"/>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8E064125-918C-E443-4684-8FACC8D4B109}"/>
              </a:ext>
            </a:extLst>
          </p:cNvPr>
          <p:cNvSpPr>
            <a:spLocks noGrp="1"/>
          </p:cNvSpPr>
          <p:nvPr>
            <p:ph idx="1"/>
          </p:nvPr>
        </p:nvSpPr>
        <p:spPr/>
        <p:txBody>
          <a:bodyPr>
            <a:normAutofit fontScale="77500" lnSpcReduction="20000"/>
          </a:bodyPr>
          <a:lstStyle/>
          <a:p>
            <a:pPr marL="0" indent="0">
              <a:buNone/>
            </a:pPr>
            <a:r>
              <a:rPr lang="en-ZA" dirty="0"/>
              <a:t>-- ==========================================</a:t>
            </a:r>
          </a:p>
          <a:p>
            <a:pPr marL="0" indent="0">
              <a:buNone/>
            </a:pPr>
            <a:r>
              <a:rPr lang="en-ZA" dirty="0"/>
              <a:t>-- STAFF</a:t>
            </a:r>
          </a:p>
          <a:p>
            <a:pPr marL="0" indent="0">
              <a:buNone/>
            </a:pPr>
            <a:r>
              <a:rPr lang="en-ZA" dirty="0"/>
              <a:t>-- ==========================================</a:t>
            </a:r>
          </a:p>
          <a:p>
            <a:pPr marL="0" indent="0">
              <a:buNone/>
            </a:pPr>
            <a:r>
              <a:rPr lang="en-ZA" dirty="0"/>
              <a:t>CREATE TABLE STAFF (</a:t>
            </a:r>
          </a:p>
          <a:p>
            <a:pPr marL="0" indent="0">
              <a:buNone/>
            </a:pPr>
            <a:r>
              <a:rPr lang="en-ZA" dirty="0"/>
              <a:t>    </a:t>
            </a:r>
            <a:r>
              <a:rPr lang="en-ZA" dirty="0" err="1"/>
              <a:t>staff_id</a:t>
            </a:r>
            <a:r>
              <a:rPr lang="en-ZA" dirty="0"/>
              <a:t>        VARCHAR(10) NOT NULL,</a:t>
            </a:r>
          </a:p>
          <a:p>
            <a:pPr marL="0" indent="0">
              <a:buNone/>
            </a:pPr>
            <a:r>
              <a:rPr lang="en-ZA" dirty="0"/>
              <a:t>    </a:t>
            </a:r>
            <a:r>
              <a:rPr lang="en-ZA" dirty="0" err="1"/>
              <a:t>staff_type</a:t>
            </a:r>
            <a:r>
              <a:rPr lang="en-ZA" dirty="0"/>
              <a:t>      VARCHAR(40) NOT NULL,</a:t>
            </a:r>
          </a:p>
          <a:p>
            <a:pPr marL="0" indent="0">
              <a:buNone/>
            </a:pPr>
            <a:r>
              <a:rPr lang="en-ZA" dirty="0"/>
              <a:t>    initials        VARCHAR(30) NOT NULL,</a:t>
            </a:r>
          </a:p>
          <a:p>
            <a:pPr marL="0" indent="0">
              <a:buNone/>
            </a:pPr>
            <a:r>
              <a:rPr lang="en-ZA" dirty="0"/>
              <a:t>    </a:t>
            </a:r>
            <a:r>
              <a:rPr lang="en-ZA" dirty="0" err="1"/>
              <a:t>phone_number</a:t>
            </a:r>
            <a:r>
              <a:rPr lang="en-ZA" dirty="0"/>
              <a:t>    VARCHAR(10),</a:t>
            </a:r>
          </a:p>
          <a:p>
            <a:pPr marL="0" indent="0">
              <a:buNone/>
            </a:pPr>
            <a:r>
              <a:rPr lang="en-ZA" dirty="0"/>
              <a:t>    CONSTRAINT STAFF_PK</a:t>
            </a:r>
          </a:p>
          <a:p>
            <a:pPr marL="0" indent="0">
              <a:buNone/>
            </a:pPr>
            <a:r>
              <a:rPr lang="en-ZA" dirty="0"/>
              <a:t>        PRIMARY KEY (</a:t>
            </a:r>
            <a:r>
              <a:rPr lang="en-ZA" dirty="0" err="1"/>
              <a:t>staff_id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35933203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F0AF-C0E1-8655-CF46-57880286AEDE}"/>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7DACE4DD-DB69-FC04-99AF-3C19B9046ECE}"/>
              </a:ext>
            </a:extLst>
          </p:cNvPr>
          <p:cNvSpPr>
            <a:spLocks noGrp="1"/>
          </p:cNvSpPr>
          <p:nvPr>
            <p:ph idx="1"/>
          </p:nvPr>
        </p:nvSpPr>
        <p:spPr/>
        <p:txBody>
          <a:bodyPr>
            <a:normAutofit lnSpcReduction="10000"/>
          </a:bodyPr>
          <a:lstStyle/>
          <a:p>
            <a:pPr marL="0" indent="0">
              <a:buNone/>
            </a:pPr>
            <a:r>
              <a:rPr lang="en-ZA" dirty="0"/>
              <a:t>-- WARD</a:t>
            </a:r>
          </a:p>
          <a:p>
            <a:pPr marL="0" indent="0">
              <a:buNone/>
            </a:pPr>
            <a:r>
              <a:rPr lang="en-ZA" dirty="0"/>
              <a:t>-- ==========================================</a:t>
            </a:r>
          </a:p>
          <a:p>
            <a:pPr marL="0" indent="0">
              <a:buNone/>
            </a:pPr>
            <a:r>
              <a:rPr lang="en-ZA" dirty="0"/>
              <a:t>CREATE TABLE WARD (</a:t>
            </a:r>
          </a:p>
          <a:p>
            <a:pPr marL="0" indent="0">
              <a:buNone/>
            </a:pPr>
            <a:r>
              <a:rPr lang="en-ZA" dirty="0"/>
              <a:t>    </a:t>
            </a:r>
            <a:r>
              <a:rPr lang="en-ZA" dirty="0" err="1"/>
              <a:t>ward_id</a:t>
            </a:r>
            <a:r>
              <a:rPr lang="en-ZA" dirty="0"/>
              <a:t>         VARCHAR(10) NOT NULL,</a:t>
            </a:r>
          </a:p>
          <a:p>
            <a:pPr marL="0" indent="0">
              <a:buNone/>
            </a:pPr>
            <a:r>
              <a:rPr lang="en-ZA" dirty="0"/>
              <a:t>    </a:t>
            </a:r>
            <a:r>
              <a:rPr lang="en-ZA" dirty="0" err="1"/>
              <a:t>ward_name</a:t>
            </a:r>
            <a:r>
              <a:rPr lang="en-ZA" dirty="0"/>
              <a:t>       VARCHAR(50) NOT NULL,</a:t>
            </a:r>
          </a:p>
          <a:p>
            <a:pPr marL="0" indent="0">
              <a:buNone/>
            </a:pPr>
            <a:r>
              <a:rPr lang="en-ZA" dirty="0"/>
              <a:t>    CONSTRAINT WARD_PK</a:t>
            </a:r>
          </a:p>
          <a:p>
            <a:pPr marL="0" indent="0">
              <a:buNone/>
            </a:pPr>
            <a:r>
              <a:rPr lang="en-ZA" dirty="0"/>
              <a:t>        PRIMARY KEY (</a:t>
            </a:r>
            <a:r>
              <a:rPr lang="en-ZA" dirty="0" err="1"/>
              <a:t>ward_id</a:t>
            </a:r>
            <a:r>
              <a:rPr lang="en-ZA" dirty="0"/>
              <a:t>)</a:t>
            </a:r>
          </a:p>
          <a:p>
            <a:pPr marL="0" indent="0">
              <a:buNone/>
            </a:pPr>
            <a:r>
              <a:rPr lang="en-ZA" dirty="0"/>
              <a:t>);</a:t>
            </a:r>
          </a:p>
          <a:p>
            <a:pPr marL="0" indent="0">
              <a:buNone/>
            </a:pPr>
            <a:r>
              <a:rPr lang="en-ZA" dirty="0"/>
              <a:t>-- ==========================================</a:t>
            </a:r>
          </a:p>
          <a:p>
            <a:pPr marL="0" indent="0">
              <a:buNone/>
            </a:pPr>
            <a:endParaRPr lang="en-ZA" dirty="0"/>
          </a:p>
        </p:txBody>
      </p:sp>
    </p:spTree>
    <p:extLst>
      <p:ext uri="{BB962C8B-B14F-4D97-AF65-F5344CB8AC3E}">
        <p14:creationId xmlns:p14="http://schemas.microsoft.com/office/powerpoint/2010/main" val="20755075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9FA5-A839-0290-8D6F-9ED74CA329CF}"/>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B6DC486A-8BED-EA3A-30AA-9914639D9A4F}"/>
              </a:ext>
            </a:extLst>
          </p:cNvPr>
          <p:cNvSpPr>
            <a:spLocks noGrp="1"/>
          </p:cNvSpPr>
          <p:nvPr>
            <p:ph idx="1"/>
          </p:nvPr>
        </p:nvSpPr>
        <p:spPr/>
        <p:txBody>
          <a:bodyPr>
            <a:normAutofit/>
          </a:bodyPr>
          <a:lstStyle/>
          <a:p>
            <a:pPr marL="0" indent="0">
              <a:buNone/>
            </a:pPr>
            <a:r>
              <a:rPr lang="en-ZA" dirty="0"/>
              <a:t>-- ROOMS</a:t>
            </a:r>
          </a:p>
          <a:p>
            <a:pPr marL="0" indent="0">
              <a:buNone/>
            </a:pPr>
            <a:r>
              <a:rPr lang="en-ZA" dirty="0"/>
              <a:t>-- ==========================================</a:t>
            </a:r>
          </a:p>
          <a:p>
            <a:pPr marL="0" indent="0">
              <a:buNone/>
            </a:pPr>
            <a:r>
              <a:rPr lang="en-ZA" dirty="0"/>
              <a:t>CREATE TABLE ROOMS (</a:t>
            </a:r>
          </a:p>
          <a:p>
            <a:pPr marL="0" indent="0">
              <a:buNone/>
            </a:pPr>
            <a:r>
              <a:rPr lang="en-ZA" dirty="0"/>
              <a:t>    </a:t>
            </a:r>
            <a:r>
              <a:rPr lang="en-ZA" dirty="0" err="1"/>
              <a:t>room_id</a:t>
            </a:r>
            <a:r>
              <a:rPr lang="en-ZA" dirty="0"/>
              <a:t> VARCHAR(10) NOT NULL,</a:t>
            </a:r>
          </a:p>
          <a:p>
            <a:pPr marL="0" indent="0">
              <a:buNone/>
            </a:pPr>
            <a:r>
              <a:rPr lang="en-ZA" dirty="0"/>
              <a:t>    </a:t>
            </a:r>
            <a:r>
              <a:rPr lang="en-ZA" dirty="0" err="1"/>
              <a:t>room_number</a:t>
            </a:r>
            <a:r>
              <a:rPr lang="en-ZA" dirty="0"/>
              <a:t> VARCHAR(15) NOT NULL,</a:t>
            </a:r>
          </a:p>
          <a:p>
            <a:pPr marL="0" indent="0">
              <a:buNone/>
            </a:pPr>
            <a:r>
              <a:rPr lang="en-ZA" dirty="0"/>
              <a:t>    </a:t>
            </a:r>
            <a:r>
              <a:rPr lang="en-ZA" dirty="0" err="1"/>
              <a:t>ward_id</a:t>
            </a:r>
            <a:r>
              <a:rPr lang="en-ZA" dirty="0"/>
              <a:t> VARCHAR(10) NOT NULL,</a:t>
            </a:r>
          </a:p>
          <a:p>
            <a:pPr marL="0" indent="0">
              <a:buNone/>
            </a:pPr>
            <a:r>
              <a:rPr lang="en-ZA" dirty="0"/>
              <a:t>    </a:t>
            </a:r>
            <a:r>
              <a:rPr lang="en-ZA" dirty="0" err="1"/>
              <a:t>room_availability</a:t>
            </a:r>
            <a:r>
              <a:rPr lang="en-ZA" dirty="0"/>
              <a:t> VARCHAR(50) NOT NULL,</a:t>
            </a:r>
          </a:p>
          <a:p>
            <a:endParaRPr lang="en-ZA" dirty="0"/>
          </a:p>
        </p:txBody>
      </p:sp>
    </p:spTree>
    <p:extLst>
      <p:ext uri="{BB962C8B-B14F-4D97-AF65-F5344CB8AC3E}">
        <p14:creationId xmlns:p14="http://schemas.microsoft.com/office/powerpoint/2010/main" val="7431135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07F1C-EE19-4744-300F-68D2B2987A89}"/>
              </a:ext>
            </a:extLst>
          </p:cNvPr>
          <p:cNvSpPr>
            <a:spLocks noGrp="1"/>
          </p:cNvSpPr>
          <p:nvPr>
            <p:ph type="title"/>
          </p:nvPr>
        </p:nvSpPr>
        <p:spPr/>
        <p:txBody>
          <a:bodyPr/>
          <a:lstStyle/>
          <a:p>
            <a:r>
              <a:rPr lang="en-ZA" dirty="0"/>
              <a:t>SQL (Creating Tables)rooms </a:t>
            </a:r>
            <a:r>
              <a:rPr lang="en-ZA" dirty="0" err="1"/>
              <a:t>cont</a:t>
            </a:r>
            <a:endParaRPr lang="en-ZA" dirty="0"/>
          </a:p>
        </p:txBody>
      </p:sp>
      <p:sp>
        <p:nvSpPr>
          <p:cNvPr id="3" name="Content Placeholder 2">
            <a:extLst>
              <a:ext uri="{FF2B5EF4-FFF2-40B4-BE49-F238E27FC236}">
                <a16:creationId xmlns:a16="http://schemas.microsoft.com/office/drawing/2014/main" id="{0335CD47-9BE1-0942-6121-9205F76B67CE}"/>
              </a:ext>
            </a:extLst>
          </p:cNvPr>
          <p:cNvSpPr>
            <a:spLocks noGrp="1"/>
          </p:cNvSpPr>
          <p:nvPr>
            <p:ph idx="1"/>
          </p:nvPr>
        </p:nvSpPr>
        <p:spPr/>
        <p:txBody>
          <a:bodyPr>
            <a:normAutofit fontScale="55000" lnSpcReduction="20000"/>
          </a:bodyPr>
          <a:lstStyle/>
          <a:p>
            <a:pPr marL="0" indent="0">
              <a:buNone/>
            </a:pPr>
            <a:r>
              <a:rPr lang="en-ZA" dirty="0"/>
              <a:t>    CONSTRAINT ROOMS_PK</a:t>
            </a:r>
          </a:p>
          <a:p>
            <a:pPr marL="0" indent="0">
              <a:buNone/>
            </a:pPr>
            <a:r>
              <a:rPr lang="en-ZA" dirty="0"/>
              <a:t>        PRIMARY KEY (</a:t>
            </a:r>
            <a:r>
              <a:rPr lang="en-ZA" dirty="0" err="1"/>
              <a:t>room_id</a:t>
            </a:r>
            <a:r>
              <a:rPr lang="en-ZA" dirty="0"/>
              <a:t>),</a:t>
            </a:r>
          </a:p>
          <a:p>
            <a:pPr marL="0" indent="0">
              <a:buNone/>
            </a:pPr>
            <a:r>
              <a:rPr lang="en-ZA" dirty="0"/>
              <a:t>    CONSTRAINT ROOMS_WARD_FK</a:t>
            </a:r>
          </a:p>
          <a:p>
            <a:pPr marL="0" indent="0">
              <a:buNone/>
            </a:pPr>
            <a:r>
              <a:rPr lang="en-ZA" dirty="0"/>
              <a:t>        FOREIGN KEY (</a:t>
            </a:r>
            <a:r>
              <a:rPr lang="en-ZA" dirty="0" err="1"/>
              <a:t>ward_id</a:t>
            </a:r>
            <a:r>
              <a:rPr lang="en-ZA" dirty="0"/>
              <a:t>)</a:t>
            </a:r>
          </a:p>
          <a:p>
            <a:pPr marL="0" indent="0">
              <a:buNone/>
            </a:pPr>
            <a:r>
              <a:rPr lang="en-ZA" dirty="0"/>
              <a:t>        REFERENCES WARD (</a:t>
            </a:r>
            <a:r>
              <a:rPr lang="en-ZA" dirty="0" err="1"/>
              <a:t>ward_id</a:t>
            </a:r>
            <a:r>
              <a:rPr lang="en-ZA" dirty="0"/>
              <a:t>),</a:t>
            </a:r>
          </a:p>
          <a:p>
            <a:pPr marL="0" indent="0">
              <a:buNone/>
            </a:pPr>
            <a:r>
              <a:rPr lang="en-ZA" dirty="0"/>
              <a:t>    CONSTRAINT ROOM_STATUS_CHK</a:t>
            </a:r>
          </a:p>
          <a:p>
            <a:pPr marL="0" indent="0">
              <a:buNone/>
            </a:pPr>
            <a:r>
              <a:rPr lang="en-ZA" dirty="0"/>
              <a:t>        CHECK (</a:t>
            </a:r>
          </a:p>
          <a:p>
            <a:pPr marL="0" indent="0">
              <a:buNone/>
            </a:pPr>
            <a:r>
              <a:rPr lang="en-ZA" dirty="0"/>
              <a:t>            </a:t>
            </a:r>
            <a:r>
              <a:rPr lang="en-ZA" dirty="0" err="1"/>
              <a:t>room_availability</a:t>
            </a:r>
            <a:r>
              <a:rPr lang="en-ZA" dirty="0"/>
              <a:t> IN (</a:t>
            </a:r>
          </a:p>
          <a:p>
            <a:pPr marL="0" indent="0">
              <a:buNone/>
            </a:pPr>
            <a:r>
              <a:rPr lang="en-ZA" dirty="0"/>
              <a:t>                'Available',</a:t>
            </a:r>
          </a:p>
          <a:p>
            <a:pPr marL="0" indent="0">
              <a:buNone/>
            </a:pPr>
            <a:r>
              <a:rPr lang="en-ZA" dirty="0"/>
              <a:t>                'Occupied'</a:t>
            </a:r>
          </a:p>
          <a:p>
            <a:pPr marL="0" indent="0">
              <a:buNone/>
            </a:pPr>
            <a:r>
              <a:rPr lang="en-ZA" dirty="0"/>
              <a:t>            )</a:t>
            </a:r>
          </a:p>
          <a:p>
            <a:pPr marL="0" indent="0">
              <a:buNone/>
            </a:pPr>
            <a:r>
              <a:rPr lang="en-ZA" dirty="0"/>
              <a:t>        )</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31210439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A2C6C-78E7-AF37-650A-35A3D9F945A0}"/>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3744D36E-663A-7B7E-A219-CAB79B36A07E}"/>
              </a:ext>
            </a:extLst>
          </p:cNvPr>
          <p:cNvSpPr>
            <a:spLocks noGrp="1"/>
          </p:cNvSpPr>
          <p:nvPr>
            <p:ph idx="1"/>
          </p:nvPr>
        </p:nvSpPr>
        <p:spPr/>
        <p:txBody>
          <a:bodyPr>
            <a:normAutofit fontScale="55000" lnSpcReduction="20000"/>
          </a:bodyPr>
          <a:lstStyle/>
          <a:p>
            <a:pPr marL="0" indent="0">
              <a:buNone/>
            </a:pPr>
            <a:r>
              <a:rPr lang="en-ZA" dirty="0"/>
              <a:t>-- APPOINTMENTS</a:t>
            </a:r>
          </a:p>
          <a:p>
            <a:pPr marL="0" indent="0">
              <a:buNone/>
            </a:pPr>
            <a:r>
              <a:rPr lang="en-ZA" dirty="0"/>
              <a:t>-- ==========================================</a:t>
            </a:r>
          </a:p>
          <a:p>
            <a:pPr marL="0" indent="0">
              <a:buNone/>
            </a:pPr>
            <a:r>
              <a:rPr lang="en-ZA" dirty="0"/>
              <a:t>CREATE TABLE APPOINTMENTS (</a:t>
            </a:r>
          </a:p>
          <a:p>
            <a:pPr marL="0" indent="0">
              <a:buNone/>
            </a:pPr>
            <a:r>
              <a:rPr lang="en-ZA" dirty="0"/>
              <a:t>    </a:t>
            </a:r>
            <a:r>
              <a:rPr lang="en-ZA" dirty="0" err="1"/>
              <a:t>appointment_id</a:t>
            </a:r>
            <a:r>
              <a:rPr lang="en-ZA" dirty="0"/>
              <a:t>      VARCHAR(10) NOT NULL,</a:t>
            </a:r>
          </a:p>
          <a:p>
            <a:pPr marL="0" indent="0">
              <a:buNone/>
            </a:pPr>
            <a:r>
              <a:rPr lang="en-ZA" dirty="0"/>
              <a:t>    </a:t>
            </a:r>
            <a:r>
              <a:rPr lang="en-ZA" dirty="0" err="1"/>
              <a:t>patient_id</a:t>
            </a:r>
            <a:r>
              <a:rPr lang="en-ZA" dirty="0"/>
              <a:t>          VARCHAR(10) NOT NULL,</a:t>
            </a:r>
          </a:p>
          <a:p>
            <a:pPr marL="0" indent="0">
              <a:buNone/>
            </a:pPr>
            <a:r>
              <a:rPr lang="en-ZA" dirty="0"/>
              <a:t>    </a:t>
            </a:r>
            <a:r>
              <a:rPr lang="en-ZA" dirty="0" err="1"/>
              <a:t>appointment_date</a:t>
            </a:r>
            <a:r>
              <a:rPr lang="en-ZA" dirty="0"/>
              <a:t>    DATE NOT NULL,</a:t>
            </a:r>
          </a:p>
          <a:p>
            <a:pPr marL="0" indent="0">
              <a:buNone/>
            </a:pPr>
            <a:r>
              <a:rPr lang="en-ZA" dirty="0"/>
              <a:t>    </a:t>
            </a:r>
            <a:r>
              <a:rPr lang="en-ZA" dirty="0" err="1"/>
              <a:t>appointment_time</a:t>
            </a:r>
            <a:r>
              <a:rPr lang="en-ZA" dirty="0"/>
              <a:t>    VARCHAR(20) NOT NULL,</a:t>
            </a:r>
          </a:p>
          <a:p>
            <a:pPr marL="0" indent="0">
              <a:buNone/>
            </a:pPr>
            <a:r>
              <a:rPr lang="en-ZA" dirty="0"/>
              <a:t>    </a:t>
            </a:r>
            <a:r>
              <a:rPr lang="en-ZA" dirty="0" err="1"/>
              <a:t>appointment_status</a:t>
            </a:r>
            <a:r>
              <a:rPr lang="en-ZA" dirty="0"/>
              <a:t>  VARCHAR(50) NOT NULL,</a:t>
            </a:r>
          </a:p>
          <a:p>
            <a:pPr marL="0" indent="0">
              <a:buNone/>
            </a:pPr>
            <a:r>
              <a:rPr lang="en-ZA" dirty="0"/>
              <a:t>    CONSTRAINT APPOINTMENTS_PK</a:t>
            </a:r>
          </a:p>
          <a:p>
            <a:pPr marL="0" indent="0">
              <a:buNone/>
            </a:pPr>
            <a:r>
              <a:rPr lang="en-ZA" dirty="0"/>
              <a:t>        PRIMARY KEY (</a:t>
            </a:r>
            <a:r>
              <a:rPr lang="en-ZA" dirty="0" err="1"/>
              <a:t>appointment_id</a:t>
            </a:r>
            <a:r>
              <a:rPr lang="en-ZA" dirty="0"/>
              <a:t>),</a:t>
            </a:r>
          </a:p>
          <a:p>
            <a:pPr marL="0" indent="0">
              <a:buNone/>
            </a:pPr>
            <a:r>
              <a:rPr lang="en-ZA" dirty="0"/>
              <a:t>    CONSTRAINT APPOINTMENTS_PATIENT_FK</a:t>
            </a:r>
          </a:p>
          <a:p>
            <a:pPr marL="0" indent="0">
              <a:buNone/>
            </a:pPr>
            <a:r>
              <a:rPr lang="en-ZA" dirty="0"/>
              <a:t>        FOREIGN KEY (</a:t>
            </a:r>
            <a:r>
              <a:rPr lang="en-ZA" dirty="0" err="1"/>
              <a:t>patient_id</a:t>
            </a:r>
            <a:r>
              <a:rPr lang="en-ZA" dirty="0"/>
              <a:t>)</a:t>
            </a:r>
          </a:p>
          <a:p>
            <a:pPr marL="0" indent="0">
              <a:buNone/>
            </a:pPr>
            <a:r>
              <a:rPr lang="en-ZA" dirty="0"/>
              <a:t>        REFERENCES PATIENTS (</a:t>
            </a:r>
            <a:r>
              <a:rPr lang="en-ZA" dirty="0" err="1"/>
              <a:t>patient_id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4155790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5FBB7-0D51-5526-7B12-598EAD798443}"/>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2FF8763E-13E6-355B-A257-1C3539F217EF}"/>
              </a:ext>
            </a:extLst>
          </p:cNvPr>
          <p:cNvSpPr>
            <a:spLocks noGrp="1"/>
          </p:cNvSpPr>
          <p:nvPr>
            <p:ph idx="1"/>
          </p:nvPr>
        </p:nvSpPr>
        <p:spPr/>
        <p:txBody>
          <a:bodyPr>
            <a:normAutofit fontScale="77500" lnSpcReduction="20000"/>
          </a:bodyPr>
          <a:lstStyle/>
          <a:p>
            <a:pPr marL="0" indent="0">
              <a:buNone/>
            </a:pPr>
            <a:r>
              <a:rPr lang="en-ZA" dirty="0"/>
              <a:t>-- ==========================================</a:t>
            </a:r>
          </a:p>
          <a:p>
            <a:pPr marL="0" indent="0">
              <a:buNone/>
            </a:pPr>
            <a:r>
              <a:rPr lang="en-ZA" dirty="0"/>
              <a:t>-- ADMISSIONS</a:t>
            </a:r>
          </a:p>
          <a:p>
            <a:pPr marL="0" indent="0">
              <a:buNone/>
            </a:pPr>
            <a:r>
              <a:rPr lang="en-ZA" dirty="0"/>
              <a:t>-- ==========================================</a:t>
            </a:r>
          </a:p>
          <a:p>
            <a:pPr marL="0" indent="0">
              <a:buNone/>
            </a:pPr>
            <a:r>
              <a:rPr lang="en-ZA" dirty="0"/>
              <a:t>CREATE TABLE ADMISSIONS (</a:t>
            </a:r>
          </a:p>
          <a:p>
            <a:pPr marL="0" indent="0">
              <a:buNone/>
            </a:pPr>
            <a:r>
              <a:rPr lang="en-ZA" dirty="0"/>
              <a:t>    </a:t>
            </a:r>
            <a:r>
              <a:rPr lang="en-ZA" dirty="0" err="1"/>
              <a:t>admission_id</a:t>
            </a:r>
            <a:r>
              <a:rPr lang="en-ZA" dirty="0"/>
              <a:t>        VARCHAR(10) NOT NULL,</a:t>
            </a:r>
          </a:p>
          <a:p>
            <a:pPr marL="0" indent="0">
              <a:buNone/>
            </a:pPr>
            <a:r>
              <a:rPr lang="en-ZA" dirty="0"/>
              <a:t>    </a:t>
            </a:r>
            <a:r>
              <a:rPr lang="en-ZA" dirty="0" err="1"/>
              <a:t>appointment_id</a:t>
            </a:r>
            <a:r>
              <a:rPr lang="en-ZA" dirty="0"/>
              <a:t>      VARCHAR(10) NOT NULL,</a:t>
            </a:r>
          </a:p>
          <a:p>
            <a:pPr marL="0" indent="0">
              <a:buNone/>
            </a:pPr>
            <a:r>
              <a:rPr lang="en-ZA" dirty="0"/>
              <a:t>    </a:t>
            </a:r>
            <a:r>
              <a:rPr lang="en-ZA" dirty="0" err="1"/>
              <a:t>patient_id</a:t>
            </a:r>
            <a:r>
              <a:rPr lang="en-ZA" dirty="0"/>
              <a:t>          VARCHAR(10) NOT NULL,</a:t>
            </a:r>
          </a:p>
          <a:p>
            <a:pPr marL="0" indent="0">
              <a:buNone/>
            </a:pPr>
            <a:r>
              <a:rPr lang="en-ZA" dirty="0"/>
              <a:t>    </a:t>
            </a:r>
            <a:r>
              <a:rPr lang="en-ZA" dirty="0" err="1"/>
              <a:t>room_id</a:t>
            </a:r>
            <a:r>
              <a:rPr lang="en-ZA" dirty="0"/>
              <a:t>             VARCHAR(10) NOT NULL,</a:t>
            </a:r>
          </a:p>
          <a:p>
            <a:pPr marL="0" indent="0">
              <a:buNone/>
            </a:pPr>
            <a:r>
              <a:rPr lang="en-ZA" dirty="0"/>
              <a:t>    </a:t>
            </a:r>
            <a:r>
              <a:rPr lang="en-ZA" dirty="0" err="1"/>
              <a:t>admission_date</a:t>
            </a:r>
            <a:r>
              <a:rPr lang="en-ZA" dirty="0"/>
              <a:t>      DATE NOT NULL,</a:t>
            </a:r>
          </a:p>
          <a:p>
            <a:pPr marL="0" indent="0">
              <a:buNone/>
            </a:pPr>
            <a:r>
              <a:rPr lang="en-ZA" dirty="0"/>
              <a:t>    </a:t>
            </a:r>
            <a:r>
              <a:rPr lang="en-ZA" dirty="0" err="1"/>
              <a:t>discharge_date</a:t>
            </a:r>
            <a:r>
              <a:rPr lang="en-ZA" dirty="0"/>
              <a:t>      DATE NOT NULL,</a:t>
            </a:r>
          </a:p>
          <a:p>
            <a:pPr marL="0" indent="0">
              <a:buNone/>
            </a:pPr>
            <a:r>
              <a:rPr lang="en-ZA" dirty="0"/>
              <a:t>    CONSTRAINT ADMISSIONS_PK</a:t>
            </a:r>
          </a:p>
          <a:p>
            <a:pPr marL="0" indent="0">
              <a:buNone/>
            </a:pPr>
            <a:r>
              <a:rPr lang="en-ZA" dirty="0"/>
              <a:t>        PRIMARY KEY (</a:t>
            </a:r>
            <a:r>
              <a:rPr lang="en-ZA" dirty="0" err="1"/>
              <a:t>admission_id</a:t>
            </a:r>
            <a:r>
              <a:rPr lang="en-ZA" dirty="0"/>
              <a:t>),</a:t>
            </a:r>
          </a:p>
          <a:p>
            <a:endParaRPr lang="en-ZA" dirty="0"/>
          </a:p>
        </p:txBody>
      </p:sp>
    </p:spTree>
    <p:extLst>
      <p:ext uri="{BB962C8B-B14F-4D97-AF65-F5344CB8AC3E}">
        <p14:creationId xmlns:p14="http://schemas.microsoft.com/office/powerpoint/2010/main" val="15822680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889E1-CC41-313D-F1B5-088DA09C2DCA}"/>
              </a:ext>
            </a:extLst>
          </p:cNvPr>
          <p:cNvSpPr>
            <a:spLocks noGrp="1"/>
          </p:cNvSpPr>
          <p:nvPr>
            <p:ph type="title"/>
          </p:nvPr>
        </p:nvSpPr>
        <p:spPr/>
        <p:txBody>
          <a:bodyPr/>
          <a:lstStyle/>
          <a:p>
            <a:r>
              <a:rPr lang="en-ZA" dirty="0"/>
              <a:t>SQL (Creating Tables)admissions </a:t>
            </a:r>
            <a:r>
              <a:rPr lang="en-ZA" dirty="0" err="1"/>
              <a:t>cont</a:t>
            </a:r>
            <a:endParaRPr lang="en-ZA" dirty="0"/>
          </a:p>
        </p:txBody>
      </p:sp>
      <p:sp>
        <p:nvSpPr>
          <p:cNvPr id="3" name="Content Placeholder 2">
            <a:extLst>
              <a:ext uri="{FF2B5EF4-FFF2-40B4-BE49-F238E27FC236}">
                <a16:creationId xmlns:a16="http://schemas.microsoft.com/office/drawing/2014/main" id="{DA6ADFDD-88D4-29E7-846B-6EFDAFFE94D7}"/>
              </a:ext>
            </a:extLst>
          </p:cNvPr>
          <p:cNvSpPr>
            <a:spLocks noGrp="1"/>
          </p:cNvSpPr>
          <p:nvPr>
            <p:ph idx="1"/>
          </p:nvPr>
        </p:nvSpPr>
        <p:spPr/>
        <p:txBody>
          <a:bodyPr>
            <a:normAutofit fontScale="85000" lnSpcReduction="20000"/>
          </a:bodyPr>
          <a:lstStyle/>
          <a:p>
            <a:pPr marL="0" indent="0">
              <a:buNone/>
            </a:pPr>
            <a:r>
              <a:rPr lang="en-ZA" dirty="0"/>
              <a:t>    CONSTRAINT ADMISSIONS_APPOINTMENT_FK</a:t>
            </a:r>
          </a:p>
          <a:p>
            <a:pPr marL="0" indent="0">
              <a:buNone/>
            </a:pPr>
            <a:r>
              <a:rPr lang="en-ZA" dirty="0"/>
              <a:t>        FOREIGN KEY (</a:t>
            </a:r>
            <a:r>
              <a:rPr lang="en-ZA" dirty="0" err="1"/>
              <a:t>appointment_id</a:t>
            </a:r>
            <a:r>
              <a:rPr lang="en-ZA" dirty="0"/>
              <a:t>)</a:t>
            </a:r>
          </a:p>
          <a:p>
            <a:pPr marL="0" indent="0">
              <a:buNone/>
            </a:pPr>
            <a:r>
              <a:rPr lang="en-ZA" dirty="0"/>
              <a:t>        REFERENCES APPOINTMENTS (</a:t>
            </a:r>
            <a:r>
              <a:rPr lang="en-ZA" dirty="0" err="1"/>
              <a:t>appointment_id</a:t>
            </a:r>
            <a:r>
              <a:rPr lang="en-ZA" dirty="0"/>
              <a:t>),</a:t>
            </a:r>
          </a:p>
          <a:p>
            <a:pPr marL="0" indent="0">
              <a:buNone/>
            </a:pPr>
            <a:r>
              <a:rPr lang="en-ZA" dirty="0"/>
              <a:t>    CONSTRAINT ADMISSIONS_PATIENT_FK</a:t>
            </a:r>
          </a:p>
          <a:p>
            <a:pPr marL="0" indent="0">
              <a:buNone/>
            </a:pPr>
            <a:r>
              <a:rPr lang="en-ZA" dirty="0"/>
              <a:t>        FOREIGN KEY (</a:t>
            </a:r>
            <a:r>
              <a:rPr lang="en-ZA" dirty="0" err="1"/>
              <a:t>patient_id</a:t>
            </a:r>
            <a:r>
              <a:rPr lang="en-ZA" dirty="0"/>
              <a:t>)</a:t>
            </a:r>
          </a:p>
          <a:p>
            <a:pPr marL="0" indent="0">
              <a:buNone/>
            </a:pPr>
            <a:r>
              <a:rPr lang="en-ZA" dirty="0"/>
              <a:t>        REFERENCES PATIENTS (</a:t>
            </a:r>
            <a:r>
              <a:rPr lang="en-ZA" dirty="0" err="1"/>
              <a:t>patient_id</a:t>
            </a:r>
            <a:r>
              <a:rPr lang="en-ZA" dirty="0"/>
              <a:t>),</a:t>
            </a:r>
          </a:p>
          <a:p>
            <a:pPr marL="0" indent="0">
              <a:buNone/>
            </a:pPr>
            <a:r>
              <a:rPr lang="en-ZA" dirty="0"/>
              <a:t>    CONSTRAINT ADMISSIONS_ROOM_FK</a:t>
            </a:r>
          </a:p>
          <a:p>
            <a:pPr marL="0" indent="0">
              <a:buNone/>
            </a:pPr>
            <a:r>
              <a:rPr lang="en-ZA" dirty="0"/>
              <a:t>        FOREIGN KEY (</a:t>
            </a:r>
            <a:r>
              <a:rPr lang="en-ZA" dirty="0" err="1"/>
              <a:t>room_id</a:t>
            </a:r>
            <a:r>
              <a:rPr lang="en-ZA" dirty="0"/>
              <a:t>)</a:t>
            </a:r>
          </a:p>
          <a:p>
            <a:pPr marL="0" indent="0">
              <a:buNone/>
            </a:pPr>
            <a:r>
              <a:rPr lang="en-ZA" dirty="0"/>
              <a:t>        REFERENCES ROOMS (</a:t>
            </a:r>
            <a:r>
              <a:rPr lang="en-ZA" dirty="0" err="1"/>
              <a:t>room_id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3363770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5ECF-203F-0E3C-A439-B27D356EB78D}"/>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2D8CC5DA-59B1-541D-E223-F4D030E95255}"/>
              </a:ext>
            </a:extLst>
          </p:cNvPr>
          <p:cNvSpPr>
            <a:spLocks noGrp="1"/>
          </p:cNvSpPr>
          <p:nvPr>
            <p:ph idx="1"/>
          </p:nvPr>
        </p:nvSpPr>
        <p:spPr/>
        <p:txBody>
          <a:bodyPr>
            <a:normAutofit lnSpcReduction="10000"/>
          </a:bodyPr>
          <a:lstStyle/>
          <a:p>
            <a:pPr marL="0" indent="0">
              <a:buNone/>
            </a:pPr>
            <a:r>
              <a:rPr lang="en-ZA" dirty="0"/>
              <a:t>-- TREATMENTS</a:t>
            </a:r>
          </a:p>
          <a:p>
            <a:pPr marL="0" indent="0">
              <a:buNone/>
            </a:pPr>
            <a:r>
              <a:rPr lang="en-ZA" dirty="0"/>
              <a:t>-- ==========================================</a:t>
            </a:r>
          </a:p>
          <a:p>
            <a:pPr marL="0" indent="0">
              <a:buNone/>
            </a:pPr>
            <a:r>
              <a:rPr lang="en-ZA" dirty="0"/>
              <a:t>CREATE TABLE TREATMENTS (</a:t>
            </a:r>
          </a:p>
          <a:p>
            <a:pPr marL="0" indent="0">
              <a:buNone/>
            </a:pPr>
            <a:r>
              <a:rPr lang="en-ZA" dirty="0"/>
              <a:t>    </a:t>
            </a:r>
            <a:r>
              <a:rPr lang="en-ZA" dirty="0" err="1"/>
              <a:t>treatment_id</a:t>
            </a:r>
            <a:r>
              <a:rPr lang="en-ZA" dirty="0"/>
              <a:t>            VARCHAR(10) NOT NULL,</a:t>
            </a:r>
          </a:p>
          <a:p>
            <a:pPr marL="0" indent="0">
              <a:buNone/>
            </a:pPr>
            <a:r>
              <a:rPr lang="en-ZA" dirty="0"/>
              <a:t>    </a:t>
            </a:r>
            <a:r>
              <a:rPr lang="en-ZA" dirty="0" err="1"/>
              <a:t>appointment_id</a:t>
            </a:r>
            <a:r>
              <a:rPr lang="en-ZA" dirty="0"/>
              <a:t>          VARCHAR(10) NOT NULL,</a:t>
            </a:r>
          </a:p>
          <a:p>
            <a:pPr marL="0" indent="0">
              <a:buNone/>
            </a:pPr>
            <a:r>
              <a:rPr lang="en-ZA" dirty="0"/>
              <a:t>    </a:t>
            </a:r>
            <a:r>
              <a:rPr lang="en-ZA" dirty="0" err="1"/>
              <a:t>staff_id</a:t>
            </a:r>
            <a:r>
              <a:rPr lang="en-ZA" dirty="0"/>
              <a:t>                VARCHAR(10) NOT NULL,</a:t>
            </a:r>
          </a:p>
          <a:p>
            <a:pPr marL="0" indent="0">
              <a:buNone/>
            </a:pPr>
            <a:r>
              <a:rPr lang="en-ZA" dirty="0"/>
              <a:t>    diagnosis               VARCHAR(100) NOT NULL,</a:t>
            </a:r>
          </a:p>
          <a:p>
            <a:pPr marL="0" indent="0">
              <a:buNone/>
            </a:pPr>
            <a:r>
              <a:rPr lang="en-ZA" dirty="0"/>
              <a:t>    </a:t>
            </a:r>
            <a:r>
              <a:rPr lang="en-ZA" dirty="0" err="1"/>
              <a:t>treatment_description</a:t>
            </a:r>
            <a:r>
              <a:rPr lang="en-ZA" dirty="0"/>
              <a:t>   VARCHAR(200) NOT NULL,</a:t>
            </a:r>
          </a:p>
          <a:p>
            <a:pPr marL="0" indent="0">
              <a:buNone/>
            </a:pPr>
            <a:r>
              <a:rPr lang="en-ZA" dirty="0"/>
              <a:t>   </a:t>
            </a:r>
          </a:p>
        </p:txBody>
      </p:sp>
    </p:spTree>
    <p:extLst>
      <p:ext uri="{BB962C8B-B14F-4D97-AF65-F5344CB8AC3E}">
        <p14:creationId xmlns:p14="http://schemas.microsoft.com/office/powerpoint/2010/main" val="3514728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0760-AFE2-0AA8-AA42-F84D36EE7EDD}"/>
              </a:ext>
            </a:extLst>
          </p:cNvPr>
          <p:cNvSpPr>
            <a:spLocks noGrp="1"/>
          </p:cNvSpPr>
          <p:nvPr>
            <p:ph type="title"/>
          </p:nvPr>
        </p:nvSpPr>
        <p:spPr/>
        <p:txBody>
          <a:bodyPr/>
          <a:lstStyle/>
          <a:p>
            <a:r>
              <a:rPr lang="en-ZA" dirty="0"/>
              <a:t>SQL (Creating Tables)treatments </a:t>
            </a:r>
            <a:r>
              <a:rPr lang="en-ZA" dirty="0" err="1"/>
              <a:t>cont</a:t>
            </a:r>
            <a:endParaRPr lang="en-ZA" dirty="0"/>
          </a:p>
        </p:txBody>
      </p:sp>
      <p:sp>
        <p:nvSpPr>
          <p:cNvPr id="3" name="Content Placeholder 2">
            <a:extLst>
              <a:ext uri="{FF2B5EF4-FFF2-40B4-BE49-F238E27FC236}">
                <a16:creationId xmlns:a16="http://schemas.microsoft.com/office/drawing/2014/main" id="{1F80805D-0B04-9559-2C60-54EDD7E6D652}"/>
              </a:ext>
            </a:extLst>
          </p:cNvPr>
          <p:cNvSpPr>
            <a:spLocks noGrp="1"/>
          </p:cNvSpPr>
          <p:nvPr>
            <p:ph idx="1"/>
          </p:nvPr>
        </p:nvSpPr>
        <p:spPr/>
        <p:txBody>
          <a:bodyPr>
            <a:normAutofit fontScale="92500" lnSpcReduction="20000"/>
          </a:bodyPr>
          <a:lstStyle/>
          <a:p>
            <a:pPr marL="0" indent="0">
              <a:buNone/>
            </a:pPr>
            <a:r>
              <a:rPr lang="en-ZA" dirty="0"/>
              <a:t>CONSTRAINT TREATMENTS_PK</a:t>
            </a:r>
          </a:p>
          <a:p>
            <a:pPr marL="0" indent="0">
              <a:buNone/>
            </a:pPr>
            <a:r>
              <a:rPr lang="en-ZA" dirty="0"/>
              <a:t>        PRIMARY KEY (</a:t>
            </a:r>
            <a:r>
              <a:rPr lang="en-ZA" dirty="0" err="1"/>
              <a:t>treatment_id</a:t>
            </a:r>
            <a:r>
              <a:rPr lang="en-ZA" dirty="0"/>
              <a:t>),</a:t>
            </a:r>
          </a:p>
          <a:p>
            <a:pPr marL="0" indent="0">
              <a:buNone/>
            </a:pPr>
            <a:r>
              <a:rPr lang="en-ZA" dirty="0"/>
              <a:t>    CONSTRAINT TREATMENTS_APPOINTMENT_FK</a:t>
            </a:r>
          </a:p>
          <a:p>
            <a:pPr marL="0" indent="0">
              <a:buNone/>
            </a:pPr>
            <a:r>
              <a:rPr lang="en-ZA" dirty="0"/>
              <a:t>        FOREIGN KEY (</a:t>
            </a:r>
            <a:r>
              <a:rPr lang="en-ZA" dirty="0" err="1"/>
              <a:t>appointment_id</a:t>
            </a:r>
            <a:r>
              <a:rPr lang="en-ZA" dirty="0"/>
              <a:t>)</a:t>
            </a:r>
          </a:p>
          <a:p>
            <a:pPr marL="0" indent="0">
              <a:buNone/>
            </a:pPr>
            <a:r>
              <a:rPr lang="en-ZA" dirty="0"/>
              <a:t>        REFERENCES APPOINTMENTS (</a:t>
            </a:r>
            <a:r>
              <a:rPr lang="en-ZA" dirty="0" err="1"/>
              <a:t>appointment_id</a:t>
            </a:r>
            <a:r>
              <a:rPr lang="en-ZA" dirty="0"/>
              <a:t>),</a:t>
            </a:r>
          </a:p>
          <a:p>
            <a:pPr marL="0" indent="0">
              <a:buNone/>
            </a:pPr>
            <a:r>
              <a:rPr lang="en-ZA" dirty="0"/>
              <a:t>    CONSTRAINT TREATMENTS_STAFF_FK</a:t>
            </a:r>
          </a:p>
          <a:p>
            <a:pPr marL="0" indent="0">
              <a:buNone/>
            </a:pPr>
            <a:r>
              <a:rPr lang="en-ZA" dirty="0"/>
              <a:t>        FOREIGN KEY (</a:t>
            </a:r>
            <a:r>
              <a:rPr lang="en-ZA" dirty="0" err="1"/>
              <a:t>staff_id</a:t>
            </a:r>
            <a:r>
              <a:rPr lang="en-ZA" dirty="0"/>
              <a:t>)</a:t>
            </a:r>
          </a:p>
          <a:p>
            <a:pPr marL="0" indent="0">
              <a:buNone/>
            </a:pPr>
            <a:r>
              <a:rPr lang="en-ZA" dirty="0"/>
              <a:t>        REFERENCES STAFF (</a:t>
            </a:r>
            <a:r>
              <a:rPr lang="en-ZA" dirty="0" err="1"/>
              <a:t>staff_id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4165376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47D65-A769-8895-E512-D75892F30EA3}"/>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3507D35E-24E0-DE99-D0B9-7E4BB2143C78}"/>
              </a:ext>
            </a:extLst>
          </p:cNvPr>
          <p:cNvSpPr>
            <a:spLocks noGrp="1"/>
          </p:cNvSpPr>
          <p:nvPr>
            <p:ph idx="1"/>
          </p:nvPr>
        </p:nvSpPr>
        <p:spPr/>
        <p:txBody>
          <a:bodyPr>
            <a:normAutofit fontScale="92500" lnSpcReduction="20000"/>
          </a:bodyPr>
          <a:lstStyle/>
          <a:p>
            <a:r>
              <a:rPr lang="en-ZA" dirty="0"/>
              <a:t>-- MEDICINES</a:t>
            </a:r>
          </a:p>
          <a:p>
            <a:r>
              <a:rPr lang="en-ZA" dirty="0"/>
              <a:t>-- ==========================================</a:t>
            </a:r>
          </a:p>
          <a:p>
            <a:r>
              <a:rPr lang="en-ZA" dirty="0"/>
              <a:t>CREATE TABLE MEDICINES (</a:t>
            </a:r>
          </a:p>
          <a:p>
            <a:r>
              <a:rPr lang="en-ZA" dirty="0"/>
              <a:t>    </a:t>
            </a:r>
            <a:r>
              <a:rPr lang="en-ZA" dirty="0" err="1"/>
              <a:t>medicine_id</a:t>
            </a:r>
            <a:r>
              <a:rPr lang="en-ZA" dirty="0"/>
              <a:t>     VARCHAR(10) NOT NULL,</a:t>
            </a:r>
          </a:p>
          <a:p>
            <a:r>
              <a:rPr lang="en-ZA" dirty="0"/>
              <a:t>    </a:t>
            </a:r>
            <a:r>
              <a:rPr lang="en-ZA" dirty="0" err="1"/>
              <a:t>medicine_name</a:t>
            </a:r>
            <a:r>
              <a:rPr lang="en-ZA" dirty="0"/>
              <a:t>   VARCHAR(50) NOT NULL,</a:t>
            </a:r>
          </a:p>
          <a:p>
            <a:r>
              <a:rPr lang="en-ZA" dirty="0"/>
              <a:t>    stock           NUMBER NOT NULL,</a:t>
            </a:r>
          </a:p>
          <a:p>
            <a:r>
              <a:rPr lang="en-ZA" dirty="0"/>
              <a:t>    CONSTRAINT MEDICINES_PK</a:t>
            </a:r>
          </a:p>
          <a:p>
            <a:r>
              <a:rPr lang="en-ZA" dirty="0"/>
              <a:t>        PRIMARY KEY (</a:t>
            </a:r>
            <a:r>
              <a:rPr lang="en-ZA" dirty="0" err="1"/>
              <a:t>medicine_id</a:t>
            </a:r>
            <a:r>
              <a:rPr lang="en-ZA" dirty="0"/>
              <a:t>)</a:t>
            </a:r>
          </a:p>
          <a:p>
            <a:r>
              <a:rPr lang="en-ZA" dirty="0"/>
              <a:t>);</a:t>
            </a:r>
          </a:p>
          <a:p>
            <a:r>
              <a:rPr lang="en-ZA" dirty="0"/>
              <a:t>-- ==========================================</a:t>
            </a:r>
          </a:p>
        </p:txBody>
      </p:sp>
    </p:spTree>
    <p:extLst>
      <p:ext uri="{BB962C8B-B14F-4D97-AF65-F5344CB8AC3E}">
        <p14:creationId xmlns:p14="http://schemas.microsoft.com/office/powerpoint/2010/main" val="655483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575B6-9984-FA9F-E00C-FBDF2D35113E}"/>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844880BC-706D-ABAB-ED78-F26343756A1D}"/>
              </a:ext>
            </a:extLst>
          </p:cNvPr>
          <p:cNvSpPr>
            <a:spLocks noGrp="1"/>
          </p:cNvSpPr>
          <p:nvPr>
            <p:ph idx="1"/>
          </p:nvPr>
        </p:nvSpPr>
        <p:spPr/>
        <p:txBody>
          <a:bodyPr>
            <a:normAutofit/>
          </a:bodyPr>
          <a:lstStyle/>
          <a:p>
            <a:pPr marL="0" indent="0">
              <a:buNone/>
            </a:pPr>
            <a:r>
              <a:rPr lang="en-ZA" dirty="0"/>
              <a:t>-- PRESCRIPTIONS</a:t>
            </a:r>
          </a:p>
          <a:p>
            <a:pPr marL="0" indent="0">
              <a:buNone/>
            </a:pPr>
            <a:r>
              <a:rPr lang="en-ZA" dirty="0"/>
              <a:t>-- ==========================================</a:t>
            </a:r>
          </a:p>
          <a:p>
            <a:pPr marL="0" indent="0">
              <a:buNone/>
            </a:pPr>
            <a:r>
              <a:rPr lang="en-ZA" dirty="0"/>
              <a:t>CREATE TABLE PRESCRIPTIONS (</a:t>
            </a:r>
          </a:p>
          <a:p>
            <a:pPr marL="0" indent="0">
              <a:buNone/>
            </a:pPr>
            <a:r>
              <a:rPr lang="en-ZA" dirty="0"/>
              <a:t>    </a:t>
            </a:r>
            <a:r>
              <a:rPr lang="en-ZA" dirty="0" err="1"/>
              <a:t>prescription_id</a:t>
            </a:r>
            <a:r>
              <a:rPr lang="en-ZA" dirty="0"/>
              <a:t>     VARCHAR(10) NOT NULL,</a:t>
            </a:r>
          </a:p>
          <a:p>
            <a:pPr marL="0" indent="0">
              <a:buNone/>
            </a:pPr>
            <a:r>
              <a:rPr lang="en-ZA" dirty="0"/>
              <a:t>    </a:t>
            </a:r>
            <a:r>
              <a:rPr lang="en-ZA" dirty="0" err="1"/>
              <a:t>appointment_id</a:t>
            </a:r>
            <a:r>
              <a:rPr lang="en-ZA" dirty="0"/>
              <a:t>      VARCHAR(10) NOT NULL,</a:t>
            </a:r>
          </a:p>
          <a:p>
            <a:pPr marL="0" indent="0">
              <a:buNone/>
            </a:pPr>
            <a:r>
              <a:rPr lang="en-ZA" dirty="0"/>
              <a:t>    </a:t>
            </a:r>
            <a:r>
              <a:rPr lang="en-ZA" dirty="0" err="1"/>
              <a:t>medicine_id</a:t>
            </a:r>
            <a:r>
              <a:rPr lang="en-ZA" dirty="0"/>
              <a:t>         VARCHAR(10) NOT NULL,</a:t>
            </a:r>
          </a:p>
          <a:p>
            <a:pPr marL="0" indent="0">
              <a:buNone/>
            </a:pPr>
            <a:r>
              <a:rPr lang="en-ZA" dirty="0"/>
              <a:t>    dosage              VARCHAR(50) NOT NULL,</a:t>
            </a:r>
          </a:p>
          <a:p>
            <a:endParaRPr lang="en-ZA" dirty="0"/>
          </a:p>
        </p:txBody>
      </p:sp>
    </p:spTree>
    <p:extLst>
      <p:ext uri="{BB962C8B-B14F-4D97-AF65-F5344CB8AC3E}">
        <p14:creationId xmlns:p14="http://schemas.microsoft.com/office/powerpoint/2010/main" val="36737488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D3E2-9EEE-C26C-723C-A814DB13AF25}"/>
              </a:ext>
            </a:extLst>
          </p:cNvPr>
          <p:cNvSpPr>
            <a:spLocks noGrp="1"/>
          </p:cNvSpPr>
          <p:nvPr>
            <p:ph type="title"/>
          </p:nvPr>
        </p:nvSpPr>
        <p:spPr/>
        <p:txBody>
          <a:bodyPr/>
          <a:lstStyle/>
          <a:p>
            <a:r>
              <a:rPr lang="en-ZA" dirty="0"/>
              <a:t>SQL (Creating Tables)prescription </a:t>
            </a:r>
            <a:r>
              <a:rPr lang="en-ZA" dirty="0" err="1"/>
              <a:t>cont</a:t>
            </a:r>
            <a:endParaRPr lang="en-ZA" dirty="0"/>
          </a:p>
        </p:txBody>
      </p:sp>
      <p:sp>
        <p:nvSpPr>
          <p:cNvPr id="3" name="Content Placeholder 2">
            <a:extLst>
              <a:ext uri="{FF2B5EF4-FFF2-40B4-BE49-F238E27FC236}">
                <a16:creationId xmlns:a16="http://schemas.microsoft.com/office/drawing/2014/main" id="{D8794EBD-9FBA-E053-FFD8-2A10FE0D19D3}"/>
              </a:ext>
            </a:extLst>
          </p:cNvPr>
          <p:cNvSpPr>
            <a:spLocks noGrp="1"/>
          </p:cNvSpPr>
          <p:nvPr>
            <p:ph idx="1"/>
          </p:nvPr>
        </p:nvSpPr>
        <p:spPr/>
        <p:txBody>
          <a:bodyPr>
            <a:normAutofit fontScale="92500" lnSpcReduction="20000"/>
          </a:bodyPr>
          <a:lstStyle/>
          <a:p>
            <a:pPr marL="0" indent="0">
              <a:buNone/>
            </a:pPr>
            <a:r>
              <a:rPr lang="en-ZA" dirty="0"/>
              <a:t>    CONSTRAINT PRESCRIPTIONS_PK</a:t>
            </a:r>
          </a:p>
          <a:p>
            <a:pPr marL="0" indent="0">
              <a:buNone/>
            </a:pPr>
            <a:r>
              <a:rPr lang="en-ZA" dirty="0"/>
              <a:t>        PRIMARY KEY (</a:t>
            </a:r>
            <a:r>
              <a:rPr lang="en-ZA" dirty="0" err="1"/>
              <a:t>prescription_id</a:t>
            </a:r>
            <a:r>
              <a:rPr lang="en-ZA" dirty="0"/>
              <a:t>),</a:t>
            </a:r>
          </a:p>
          <a:p>
            <a:pPr marL="0" indent="0">
              <a:buNone/>
            </a:pPr>
            <a:r>
              <a:rPr lang="en-ZA" dirty="0"/>
              <a:t>    CONSTRAINT PRESCRIPTIONS_APPOINTMENT_FK</a:t>
            </a:r>
          </a:p>
          <a:p>
            <a:pPr marL="0" indent="0">
              <a:buNone/>
            </a:pPr>
            <a:r>
              <a:rPr lang="en-ZA" dirty="0"/>
              <a:t>        FOREIGN KEY (</a:t>
            </a:r>
            <a:r>
              <a:rPr lang="en-ZA" dirty="0" err="1"/>
              <a:t>appointment_id</a:t>
            </a:r>
            <a:r>
              <a:rPr lang="en-ZA" dirty="0"/>
              <a:t>)</a:t>
            </a:r>
          </a:p>
          <a:p>
            <a:pPr marL="0" indent="0">
              <a:buNone/>
            </a:pPr>
            <a:r>
              <a:rPr lang="en-ZA" dirty="0"/>
              <a:t>        REFERENCES APPOINTMENTS (</a:t>
            </a:r>
            <a:r>
              <a:rPr lang="en-ZA" dirty="0" err="1"/>
              <a:t>appointment_id</a:t>
            </a:r>
            <a:r>
              <a:rPr lang="en-ZA" dirty="0"/>
              <a:t>),</a:t>
            </a:r>
          </a:p>
          <a:p>
            <a:pPr marL="0" indent="0">
              <a:buNone/>
            </a:pPr>
            <a:r>
              <a:rPr lang="en-ZA" dirty="0"/>
              <a:t>    CONSTRAINT PRESCRIPTIONS_MEDICINE_FK</a:t>
            </a:r>
          </a:p>
          <a:p>
            <a:pPr marL="0" indent="0">
              <a:buNone/>
            </a:pPr>
            <a:r>
              <a:rPr lang="en-ZA" dirty="0"/>
              <a:t>        FOREIGN KEY (</a:t>
            </a:r>
            <a:r>
              <a:rPr lang="en-ZA" dirty="0" err="1"/>
              <a:t>medicine_id</a:t>
            </a:r>
            <a:r>
              <a:rPr lang="en-ZA" dirty="0"/>
              <a:t>)</a:t>
            </a:r>
          </a:p>
          <a:p>
            <a:pPr marL="0" indent="0">
              <a:buNone/>
            </a:pPr>
            <a:r>
              <a:rPr lang="en-ZA" dirty="0"/>
              <a:t>        REFERENCES MEDICINES (</a:t>
            </a:r>
            <a:r>
              <a:rPr lang="en-ZA" dirty="0" err="1"/>
              <a:t>medicine_id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879831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F8F4E-80A5-2443-1A46-91153B5A0A59}"/>
              </a:ext>
            </a:extLst>
          </p:cNvPr>
          <p:cNvSpPr>
            <a:spLocks noGrp="1"/>
          </p:cNvSpPr>
          <p:nvPr>
            <p:ph type="title"/>
          </p:nvPr>
        </p:nvSpPr>
        <p:spPr/>
        <p:txBody>
          <a:bodyPr/>
          <a:lstStyle/>
          <a:p>
            <a:r>
              <a:rPr lang="en-ZA" dirty="0"/>
              <a:t>SQL (Creating Tables</a:t>
            </a:r>
          </a:p>
        </p:txBody>
      </p:sp>
      <p:sp>
        <p:nvSpPr>
          <p:cNvPr id="3" name="Content Placeholder 2">
            <a:extLst>
              <a:ext uri="{FF2B5EF4-FFF2-40B4-BE49-F238E27FC236}">
                <a16:creationId xmlns:a16="http://schemas.microsoft.com/office/drawing/2014/main" id="{305B0CF8-2BFC-56AD-B89C-3633CD5AC63C}"/>
              </a:ext>
            </a:extLst>
          </p:cNvPr>
          <p:cNvSpPr>
            <a:spLocks noGrp="1"/>
          </p:cNvSpPr>
          <p:nvPr>
            <p:ph idx="1"/>
          </p:nvPr>
        </p:nvSpPr>
        <p:spPr>
          <a:xfrm>
            <a:off x="327211" y="1690688"/>
            <a:ext cx="10515600" cy="4351338"/>
          </a:xfrm>
        </p:spPr>
        <p:txBody>
          <a:bodyPr>
            <a:normAutofit fontScale="55000" lnSpcReduction="20000"/>
          </a:bodyPr>
          <a:lstStyle/>
          <a:p>
            <a:pPr marL="0" indent="0">
              <a:buNone/>
            </a:pPr>
            <a:r>
              <a:rPr lang="en-ZA" dirty="0"/>
              <a:t>-- BILLING</a:t>
            </a:r>
          </a:p>
          <a:p>
            <a:pPr marL="0" indent="0">
              <a:buNone/>
            </a:pPr>
            <a:r>
              <a:rPr lang="en-ZA" dirty="0"/>
              <a:t>-- ==========================================</a:t>
            </a:r>
          </a:p>
          <a:p>
            <a:pPr marL="0" indent="0">
              <a:buNone/>
            </a:pPr>
            <a:r>
              <a:rPr lang="en-ZA" dirty="0"/>
              <a:t>CREATE TABLE BILLING (</a:t>
            </a:r>
          </a:p>
          <a:p>
            <a:pPr marL="0" indent="0">
              <a:buNone/>
            </a:pPr>
            <a:r>
              <a:rPr lang="en-ZA" dirty="0"/>
              <a:t>    </a:t>
            </a:r>
            <a:r>
              <a:rPr lang="en-ZA" dirty="0" err="1"/>
              <a:t>bill_id</a:t>
            </a:r>
            <a:r>
              <a:rPr lang="en-ZA" dirty="0"/>
              <a:t>             VARCHAR(10) NOT NULL,</a:t>
            </a:r>
          </a:p>
          <a:p>
            <a:pPr marL="0" indent="0">
              <a:buNone/>
            </a:pPr>
            <a:r>
              <a:rPr lang="en-ZA" dirty="0"/>
              <a:t>    </a:t>
            </a:r>
            <a:r>
              <a:rPr lang="en-ZA" dirty="0" err="1"/>
              <a:t>patient_id</a:t>
            </a:r>
            <a:r>
              <a:rPr lang="en-ZA" dirty="0"/>
              <a:t>          VARCHAR(10) NOT NULL,</a:t>
            </a:r>
          </a:p>
          <a:p>
            <a:pPr marL="0" indent="0">
              <a:buNone/>
            </a:pPr>
            <a:r>
              <a:rPr lang="en-ZA" dirty="0"/>
              <a:t>    amount              NUMBER(10,2) NOT NULL,</a:t>
            </a:r>
          </a:p>
          <a:p>
            <a:pPr marL="0" indent="0">
              <a:buNone/>
            </a:pPr>
            <a:r>
              <a:rPr lang="en-ZA" dirty="0"/>
              <a:t>    </a:t>
            </a:r>
            <a:r>
              <a:rPr lang="en-ZA" dirty="0" err="1"/>
              <a:t>payment_status</a:t>
            </a:r>
            <a:r>
              <a:rPr lang="en-ZA" dirty="0"/>
              <a:t>      VARCHAR(25) NOT NULL,</a:t>
            </a:r>
          </a:p>
          <a:p>
            <a:pPr marL="0" indent="0">
              <a:buNone/>
            </a:pPr>
            <a:r>
              <a:rPr lang="en-ZA" dirty="0"/>
              <a:t>    CONSTRAINT BILLING_PK</a:t>
            </a:r>
          </a:p>
          <a:p>
            <a:pPr marL="0" indent="0">
              <a:buNone/>
            </a:pPr>
            <a:r>
              <a:rPr lang="en-ZA" dirty="0"/>
              <a:t>        PRIMARY KEY (</a:t>
            </a:r>
            <a:r>
              <a:rPr lang="en-ZA" dirty="0" err="1"/>
              <a:t>bill_id</a:t>
            </a:r>
            <a:r>
              <a:rPr lang="en-ZA" dirty="0"/>
              <a:t>),</a:t>
            </a:r>
          </a:p>
          <a:p>
            <a:pPr marL="0" indent="0">
              <a:buNone/>
            </a:pPr>
            <a:r>
              <a:rPr lang="en-ZA" dirty="0"/>
              <a:t>    CONSTRAINT BILLING_PATIENT_FK</a:t>
            </a:r>
          </a:p>
          <a:p>
            <a:pPr marL="0" indent="0">
              <a:buNone/>
            </a:pPr>
            <a:r>
              <a:rPr lang="en-ZA" dirty="0"/>
              <a:t>        FOREIGN KEY (</a:t>
            </a:r>
            <a:r>
              <a:rPr lang="en-ZA" dirty="0" err="1"/>
              <a:t>patient_id</a:t>
            </a:r>
            <a:r>
              <a:rPr lang="en-ZA" dirty="0"/>
              <a:t>)</a:t>
            </a:r>
          </a:p>
          <a:p>
            <a:pPr marL="0" indent="0">
              <a:buNone/>
            </a:pPr>
            <a:r>
              <a:rPr lang="en-ZA" dirty="0"/>
              <a:t>        REFERENCES PATIENTS (</a:t>
            </a:r>
            <a:r>
              <a:rPr lang="en-ZA" dirty="0" err="1"/>
              <a:t>patient_id</a:t>
            </a:r>
            <a:r>
              <a:rPr lang="en-ZA" dirty="0"/>
              <a:t>)</a:t>
            </a:r>
          </a:p>
          <a:p>
            <a:pPr marL="0" indent="0">
              <a:buNone/>
            </a:pPr>
            <a:r>
              <a:rPr lang="en-ZA" dirty="0"/>
              <a:t>);</a:t>
            </a:r>
          </a:p>
          <a:p>
            <a:pPr marL="0" indent="0">
              <a:buNone/>
            </a:pPr>
            <a:r>
              <a:rPr lang="en-ZA" dirty="0"/>
              <a:t>-- ==========================================</a:t>
            </a:r>
          </a:p>
          <a:p>
            <a:endParaRPr lang="en-ZA" dirty="0"/>
          </a:p>
        </p:txBody>
      </p:sp>
    </p:spTree>
    <p:extLst>
      <p:ext uri="{BB962C8B-B14F-4D97-AF65-F5344CB8AC3E}">
        <p14:creationId xmlns:p14="http://schemas.microsoft.com/office/powerpoint/2010/main" val="33254939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7E877-D8E6-EFAC-A68B-DA302AA8315E}"/>
              </a:ext>
            </a:extLst>
          </p:cNvPr>
          <p:cNvSpPr>
            <a:spLocks noGrp="1"/>
          </p:cNvSpPr>
          <p:nvPr>
            <p:ph type="title"/>
          </p:nvPr>
        </p:nvSpPr>
        <p:spPr/>
        <p:txBody>
          <a:bodyPr/>
          <a:lstStyle/>
          <a:p>
            <a:r>
              <a:rPr lang="en-ZA" dirty="0"/>
              <a:t>SQL (Check Constraints)</a:t>
            </a:r>
          </a:p>
        </p:txBody>
      </p:sp>
      <p:sp>
        <p:nvSpPr>
          <p:cNvPr id="3" name="Content Placeholder 2">
            <a:extLst>
              <a:ext uri="{FF2B5EF4-FFF2-40B4-BE49-F238E27FC236}">
                <a16:creationId xmlns:a16="http://schemas.microsoft.com/office/drawing/2014/main" id="{36DEE767-A355-8F88-077B-ABC62788EBC4}"/>
              </a:ext>
            </a:extLst>
          </p:cNvPr>
          <p:cNvSpPr>
            <a:spLocks noGrp="1"/>
          </p:cNvSpPr>
          <p:nvPr>
            <p:ph idx="1"/>
          </p:nvPr>
        </p:nvSpPr>
        <p:spPr/>
        <p:txBody>
          <a:bodyPr>
            <a:normAutofit fontScale="62500" lnSpcReduction="20000"/>
          </a:bodyPr>
          <a:lstStyle/>
          <a:p>
            <a:pPr marL="0" indent="0">
              <a:buNone/>
            </a:pPr>
            <a:r>
              <a:rPr lang="en-ZA" dirty="0"/>
              <a:t>-- CHECK CONSTRAINTS</a:t>
            </a:r>
          </a:p>
          <a:p>
            <a:pPr marL="0" indent="0">
              <a:buNone/>
            </a:pPr>
            <a:r>
              <a:rPr lang="en-ZA" dirty="0"/>
              <a:t>-- ==========================================</a:t>
            </a:r>
          </a:p>
          <a:p>
            <a:pPr marL="0" indent="0">
              <a:buNone/>
            </a:pPr>
            <a:r>
              <a:rPr lang="en-ZA" dirty="0"/>
              <a:t>ALTER TABLE STAFF</a:t>
            </a:r>
          </a:p>
          <a:p>
            <a:pPr marL="0" indent="0">
              <a:buNone/>
            </a:pPr>
            <a:r>
              <a:rPr lang="en-ZA" dirty="0"/>
              <a:t>ADD CONSTRAINT STAFF_TYPE_CHK</a:t>
            </a:r>
          </a:p>
          <a:p>
            <a:pPr marL="0" indent="0">
              <a:buNone/>
            </a:pPr>
            <a:r>
              <a:rPr lang="en-ZA" dirty="0"/>
              <a:t>CHECK (</a:t>
            </a:r>
          </a:p>
          <a:p>
            <a:pPr marL="0" indent="0">
              <a:buNone/>
            </a:pPr>
            <a:r>
              <a:rPr lang="en-ZA" dirty="0"/>
              <a:t>    </a:t>
            </a:r>
            <a:r>
              <a:rPr lang="en-ZA" dirty="0" err="1"/>
              <a:t>staff_type</a:t>
            </a:r>
            <a:r>
              <a:rPr lang="en-ZA" dirty="0"/>
              <a:t> IN</a:t>
            </a:r>
          </a:p>
          <a:p>
            <a:pPr marL="0" indent="0">
              <a:buNone/>
            </a:pPr>
            <a:r>
              <a:rPr lang="en-ZA" dirty="0"/>
              <a:t>    (</a:t>
            </a:r>
          </a:p>
          <a:p>
            <a:pPr marL="0" indent="0">
              <a:buNone/>
            </a:pPr>
            <a:r>
              <a:rPr lang="en-ZA" dirty="0"/>
              <a:t>        'Doctor',</a:t>
            </a:r>
          </a:p>
          <a:p>
            <a:pPr marL="0" indent="0">
              <a:buNone/>
            </a:pPr>
            <a:r>
              <a:rPr lang="en-ZA" dirty="0"/>
              <a:t>        'Nurse',</a:t>
            </a:r>
          </a:p>
          <a:p>
            <a:pPr marL="0" indent="0">
              <a:buNone/>
            </a:pPr>
            <a:r>
              <a:rPr lang="en-ZA" dirty="0"/>
              <a:t>        'Receptionist',</a:t>
            </a:r>
          </a:p>
          <a:p>
            <a:pPr marL="0" indent="0">
              <a:buNone/>
            </a:pPr>
            <a:r>
              <a:rPr lang="en-ZA" dirty="0"/>
              <a:t>        'Administrator'</a:t>
            </a:r>
          </a:p>
          <a:p>
            <a:pPr marL="0" indent="0">
              <a:buNone/>
            </a:pPr>
            <a:r>
              <a:rPr lang="en-ZA" dirty="0"/>
              <a:t>    )</a:t>
            </a:r>
          </a:p>
          <a:p>
            <a:pPr marL="0" indent="0">
              <a:buNone/>
            </a:pPr>
            <a:r>
              <a:rPr lang="en-ZA" dirty="0"/>
              <a:t>);</a:t>
            </a:r>
          </a:p>
          <a:p>
            <a:endParaRPr lang="en-ZA" dirty="0"/>
          </a:p>
        </p:txBody>
      </p:sp>
    </p:spTree>
    <p:extLst>
      <p:ext uri="{BB962C8B-B14F-4D97-AF65-F5344CB8AC3E}">
        <p14:creationId xmlns:p14="http://schemas.microsoft.com/office/powerpoint/2010/main" val="7739047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F7E89-3767-B648-771A-5978537A86B8}"/>
              </a:ext>
            </a:extLst>
          </p:cNvPr>
          <p:cNvSpPr>
            <a:spLocks noGrp="1"/>
          </p:cNvSpPr>
          <p:nvPr>
            <p:ph type="title"/>
          </p:nvPr>
        </p:nvSpPr>
        <p:spPr/>
        <p:txBody>
          <a:bodyPr/>
          <a:lstStyle/>
          <a:p>
            <a:r>
              <a:rPr lang="en-ZA" dirty="0"/>
              <a:t>SQL (Check Constraints)</a:t>
            </a:r>
          </a:p>
        </p:txBody>
      </p:sp>
      <p:sp>
        <p:nvSpPr>
          <p:cNvPr id="3" name="Content Placeholder 2">
            <a:extLst>
              <a:ext uri="{FF2B5EF4-FFF2-40B4-BE49-F238E27FC236}">
                <a16:creationId xmlns:a16="http://schemas.microsoft.com/office/drawing/2014/main" id="{DFB4E84D-BD2F-7486-3A01-C07C17EC6060}"/>
              </a:ext>
            </a:extLst>
          </p:cNvPr>
          <p:cNvSpPr>
            <a:spLocks noGrp="1"/>
          </p:cNvSpPr>
          <p:nvPr>
            <p:ph idx="1"/>
          </p:nvPr>
        </p:nvSpPr>
        <p:spPr/>
        <p:txBody>
          <a:bodyPr>
            <a:normAutofit fontScale="62500" lnSpcReduction="20000"/>
          </a:bodyPr>
          <a:lstStyle/>
          <a:p>
            <a:pPr marL="0" indent="0">
              <a:buNone/>
            </a:pPr>
            <a:r>
              <a:rPr lang="en-ZA" dirty="0"/>
              <a:t>ALTER TABLE BILLING</a:t>
            </a:r>
          </a:p>
          <a:p>
            <a:pPr marL="0" indent="0">
              <a:buNone/>
            </a:pPr>
            <a:r>
              <a:rPr lang="en-ZA" dirty="0"/>
              <a:t>ADD CONSTRAINT PAYMENT_STATUS_CHK</a:t>
            </a:r>
          </a:p>
          <a:p>
            <a:pPr marL="0" indent="0">
              <a:buNone/>
            </a:pPr>
            <a:r>
              <a:rPr lang="en-ZA" dirty="0"/>
              <a:t>CHECK (</a:t>
            </a:r>
          </a:p>
          <a:p>
            <a:pPr marL="0" indent="0">
              <a:buNone/>
            </a:pPr>
            <a:r>
              <a:rPr lang="en-ZA" dirty="0"/>
              <a:t>    </a:t>
            </a:r>
            <a:r>
              <a:rPr lang="en-ZA" dirty="0" err="1"/>
              <a:t>payment_status</a:t>
            </a:r>
            <a:r>
              <a:rPr lang="en-ZA" dirty="0"/>
              <a:t> IN</a:t>
            </a:r>
          </a:p>
          <a:p>
            <a:pPr marL="0" indent="0">
              <a:buNone/>
            </a:pPr>
            <a:r>
              <a:rPr lang="en-ZA" dirty="0"/>
              <a:t>    (</a:t>
            </a:r>
          </a:p>
          <a:p>
            <a:pPr marL="0" indent="0">
              <a:buNone/>
            </a:pPr>
            <a:r>
              <a:rPr lang="en-ZA" dirty="0"/>
              <a:t>        'Paid',</a:t>
            </a:r>
          </a:p>
          <a:p>
            <a:pPr marL="0" indent="0">
              <a:buNone/>
            </a:pPr>
            <a:r>
              <a:rPr lang="en-ZA" dirty="0"/>
              <a:t>        'Pending',</a:t>
            </a:r>
          </a:p>
          <a:p>
            <a:pPr marL="0" indent="0">
              <a:buNone/>
            </a:pPr>
            <a:r>
              <a:rPr lang="en-ZA" dirty="0"/>
              <a:t>        'Overdue'</a:t>
            </a:r>
          </a:p>
          <a:p>
            <a:pPr marL="0" indent="0">
              <a:buNone/>
            </a:pPr>
            <a:r>
              <a:rPr lang="en-ZA" dirty="0"/>
              <a:t>    )</a:t>
            </a:r>
          </a:p>
          <a:p>
            <a:pPr marL="0" indent="0">
              <a:buNone/>
            </a:pPr>
            <a:r>
              <a:rPr lang="en-ZA" dirty="0"/>
              <a:t>);</a:t>
            </a:r>
          </a:p>
          <a:p>
            <a:pPr marL="0" indent="0">
              <a:buNone/>
            </a:pPr>
            <a:r>
              <a:rPr lang="en-ZA" dirty="0"/>
              <a:t>-- ==========================================</a:t>
            </a:r>
          </a:p>
          <a:p>
            <a:pPr marL="0" indent="0">
              <a:buNone/>
            </a:pPr>
            <a:r>
              <a:rPr lang="en-ZA" dirty="0"/>
              <a:t>-- END OF SCRIPT</a:t>
            </a:r>
          </a:p>
          <a:p>
            <a:pPr marL="0" indent="0">
              <a:buNone/>
            </a:pPr>
            <a:r>
              <a:rPr lang="en-ZA" dirty="0"/>
              <a:t>-- ==========================================</a:t>
            </a:r>
          </a:p>
          <a:p>
            <a:endParaRPr lang="en-ZA" dirty="0"/>
          </a:p>
        </p:txBody>
      </p:sp>
    </p:spTree>
    <p:extLst>
      <p:ext uri="{BB962C8B-B14F-4D97-AF65-F5344CB8AC3E}">
        <p14:creationId xmlns:p14="http://schemas.microsoft.com/office/powerpoint/2010/main" val="7893650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5742D-A935-282D-8789-F55DF1E5738D}"/>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0B83996E-B93C-177A-9061-D0F235F05974}"/>
              </a:ext>
            </a:extLst>
          </p:cNvPr>
          <p:cNvSpPr>
            <a:spLocks noGrp="1"/>
          </p:cNvSpPr>
          <p:nvPr>
            <p:ph idx="1"/>
          </p:nvPr>
        </p:nvSpPr>
        <p:spPr/>
        <p:txBody>
          <a:bodyPr>
            <a:normAutofit lnSpcReduction="10000"/>
          </a:bodyPr>
          <a:lstStyle/>
          <a:p>
            <a:pPr marL="0" indent="0">
              <a:buNone/>
            </a:pPr>
            <a:r>
              <a:rPr lang="en-ZA" b="1" dirty="0"/>
              <a:t>PATIENTS</a:t>
            </a:r>
            <a:endParaRPr lang="en-ZA" dirty="0"/>
          </a:p>
          <a:p>
            <a:pPr marL="0" indent="0">
              <a:buNone/>
            </a:pPr>
            <a:r>
              <a:rPr lang="en-ZA" dirty="0"/>
              <a:t>INSERT INTO PATIENTS</a:t>
            </a:r>
          </a:p>
          <a:p>
            <a:pPr marL="0" indent="0">
              <a:buNone/>
            </a:pPr>
            <a:r>
              <a:rPr lang="en-ZA" dirty="0"/>
              <a:t>VALUES ('P001','JOHN','DOE','0720017896');</a:t>
            </a:r>
          </a:p>
          <a:p>
            <a:pPr marL="0" indent="0">
              <a:buNone/>
            </a:pPr>
            <a:r>
              <a:rPr lang="en-ZA" dirty="0"/>
              <a:t>INSERT INTO PATIENTS</a:t>
            </a:r>
          </a:p>
          <a:p>
            <a:pPr marL="0" indent="0">
              <a:buNone/>
            </a:pPr>
            <a:r>
              <a:rPr lang="en-ZA" dirty="0"/>
              <a:t>VALUES ('P002','JANE','DOE','0620017894');</a:t>
            </a:r>
          </a:p>
          <a:p>
            <a:pPr marL="0" indent="0">
              <a:buNone/>
            </a:pPr>
            <a:r>
              <a:rPr lang="en-ZA" dirty="0"/>
              <a:t>INSERT INTO PATIENTS</a:t>
            </a:r>
          </a:p>
          <a:p>
            <a:pPr marL="0" indent="0">
              <a:buNone/>
            </a:pPr>
            <a:r>
              <a:rPr lang="en-ZA" dirty="0"/>
              <a:t>VALUES ('P003','JOSE','FLICK','0745236987');</a:t>
            </a:r>
          </a:p>
          <a:p>
            <a:pPr marL="0" indent="0">
              <a:buNone/>
            </a:pPr>
            <a:r>
              <a:rPr lang="en-ZA" dirty="0"/>
              <a:t>INSERT INTO PATIENTS</a:t>
            </a:r>
          </a:p>
          <a:p>
            <a:pPr marL="0" indent="0">
              <a:buNone/>
            </a:pPr>
            <a:r>
              <a:rPr lang="en-ZA" dirty="0"/>
              <a:t>VALUES ('P004','LILY','SMITH','0147852369');</a:t>
            </a:r>
          </a:p>
          <a:p>
            <a:endParaRPr lang="en-ZA" dirty="0"/>
          </a:p>
        </p:txBody>
      </p:sp>
    </p:spTree>
    <p:extLst>
      <p:ext uri="{BB962C8B-B14F-4D97-AF65-F5344CB8AC3E}">
        <p14:creationId xmlns:p14="http://schemas.microsoft.com/office/powerpoint/2010/main" val="41527788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A071-2DFB-E2C3-7908-305AEB8F11EB}"/>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1E6DE40A-854A-E081-A92F-2CA6F5FBD512}"/>
              </a:ext>
            </a:extLst>
          </p:cNvPr>
          <p:cNvSpPr>
            <a:spLocks noGrp="1"/>
          </p:cNvSpPr>
          <p:nvPr>
            <p:ph idx="1"/>
          </p:nvPr>
        </p:nvSpPr>
        <p:spPr/>
        <p:txBody>
          <a:bodyPr>
            <a:normAutofit fontScale="92500" lnSpcReduction="20000"/>
          </a:bodyPr>
          <a:lstStyle/>
          <a:p>
            <a:pPr marL="0" indent="0">
              <a:buNone/>
            </a:pPr>
            <a:r>
              <a:rPr lang="en-ZA" dirty="0"/>
              <a:t>INSERT INTO PATIENTS</a:t>
            </a:r>
          </a:p>
          <a:p>
            <a:pPr marL="0" indent="0">
              <a:buNone/>
            </a:pPr>
            <a:r>
              <a:rPr lang="en-ZA" dirty="0"/>
              <a:t>VALUES ('P005','WILL','FOSTER','3216547899');</a:t>
            </a:r>
          </a:p>
          <a:p>
            <a:pPr marL="0" indent="0">
              <a:buNone/>
            </a:pPr>
            <a:r>
              <a:rPr lang="en-ZA" dirty="0"/>
              <a:t>INSERT INTO PATIENTS</a:t>
            </a:r>
          </a:p>
          <a:p>
            <a:pPr marL="0" indent="0">
              <a:buNone/>
            </a:pPr>
            <a:r>
              <a:rPr lang="en-ZA" dirty="0"/>
              <a:t>VALUES ('P006','KATLEGO','DUBE','369963258');</a:t>
            </a:r>
          </a:p>
          <a:p>
            <a:pPr marL="0" indent="0">
              <a:buNone/>
            </a:pPr>
            <a:r>
              <a:rPr lang="en-ZA" dirty="0"/>
              <a:t>INSERT INTO PATIENTS</a:t>
            </a:r>
          </a:p>
          <a:p>
            <a:pPr marL="0" indent="0">
              <a:buNone/>
            </a:pPr>
            <a:r>
              <a:rPr lang="en-ZA" dirty="0"/>
              <a:t>VALUES ('P007','MINKATEKO','MAHLANGU','1478523690');</a:t>
            </a:r>
          </a:p>
          <a:p>
            <a:pPr marL="0" indent="0">
              <a:buNone/>
            </a:pPr>
            <a:r>
              <a:rPr lang="en-ZA" dirty="0"/>
              <a:t>INSERT INTO PATIENTS</a:t>
            </a:r>
          </a:p>
          <a:p>
            <a:pPr marL="0" indent="0">
              <a:buNone/>
            </a:pPr>
            <a:r>
              <a:rPr lang="en-ZA" dirty="0"/>
              <a:t>VALUES ('P008','KATE','NDLOVU','2587419630');</a:t>
            </a:r>
          </a:p>
          <a:p>
            <a:pPr marL="0" indent="0">
              <a:buNone/>
            </a:pPr>
            <a:r>
              <a:rPr lang="en-ZA" dirty="0"/>
              <a:t>INSERT INTO PATIENTS</a:t>
            </a:r>
          </a:p>
          <a:p>
            <a:pPr marL="0" indent="0">
              <a:buNone/>
            </a:pPr>
            <a:r>
              <a:rPr lang="en-ZA" dirty="0"/>
              <a:t>VALUES ('P009','BIG','JOHN','3217896540');</a:t>
            </a:r>
          </a:p>
          <a:p>
            <a:endParaRPr lang="en-ZA" dirty="0"/>
          </a:p>
        </p:txBody>
      </p:sp>
    </p:spTree>
    <p:extLst>
      <p:ext uri="{BB962C8B-B14F-4D97-AF65-F5344CB8AC3E}">
        <p14:creationId xmlns:p14="http://schemas.microsoft.com/office/powerpoint/2010/main" val="39643365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2651-C51E-C6F5-A02A-DE3D027DDA83}"/>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C89BCCA0-1F14-7101-B9FF-0E884C5DD10D}"/>
              </a:ext>
            </a:extLst>
          </p:cNvPr>
          <p:cNvSpPr>
            <a:spLocks noGrp="1"/>
          </p:cNvSpPr>
          <p:nvPr>
            <p:ph idx="1"/>
          </p:nvPr>
        </p:nvSpPr>
        <p:spPr/>
        <p:txBody>
          <a:bodyPr>
            <a:normAutofit lnSpcReduction="10000"/>
          </a:bodyPr>
          <a:lstStyle/>
          <a:p>
            <a:pPr marL="0" indent="0">
              <a:buNone/>
            </a:pPr>
            <a:r>
              <a:rPr lang="en-ZA" b="1" dirty="0"/>
              <a:t>STAFF</a:t>
            </a:r>
            <a:endParaRPr lang="en-ZA" dirty="0"/>
          </a:p>
          <a:p>
            <a:pPr marL="0" indent="0">
              <a:buNone/>
            </a:pPr>
            <a:r>
              <a:rPr lang="en-ZA" dirty="0"/>
              <a:t>INSERT INTO STAFF</a:t>
            </a:r>
          </a:p>
          <a:p>
            <a:pPr marL="0" indent="0">
              <a:buNone/>
            </a:pPr>
            <a:r>
              <a:rPr lang="en-ZA" dirty="0"/>
              <a:t>VALUES ('SD001', 'Doctor', 'DR N NAIDOO', '1478523690');</a:t>
            </a:r>
          </a:p>
          <a:p>
            <a:pPr marL="0" indent="0">
              <a:buNone/>
            </a:pPr>
            <a:r>
              <a:rPr lang="en-ZA" dirty="0"/>
              <a:t>INSERT INTO STAFF</a:t>
            </a:r>
          </a:p>
          <a:p>
            <a:pPr marL="0" indent="0">
              <a:buNone/>
            </a:pPr>
            <a:r>
              <a:rPr lang="en-ZA" dirty="0"/>
              <a:t>VALUES ('SN001 ', 'Nurse', 'L.MAHLANGU ', '0789825530');</a:t>
            </a:r>
          </a:p>
          <a:p>
            <a:pPr marL="0" indent="0">
              <a:buNone/>
            </a:pPr>
            <a:r>
              <a:rPr lang="en-ZA" dirty="0"/>
              <a:t>INSERT INTO STAFF</a:t>
            </a:r>
          </a:p>
          <a:p>
            <a:pPr marL="0" indent="0">
              <a:buNone/>
            </a:pPr>
            <a:r>
              <a:rPr lang="en-ZA" dirty="0"/>
              <a:t>VALUES ('SN002 ', 'Nurse', 'MN.SMITH ', '0780789681');</a:t>
            </a:r>
          </a:p>
          <a:p>
            <a:pPr marL="0" indent="0">
              <a:buNone/>
            </a:pPr>
            <a:r>
              <a:rPr lang="en-ZA" dirty="0"/>
              <a:t>INSERT INTO STAFF</a:t>
            </a:r>
          </a:p>
          <a:p>
            <a:pPr marL="0" indent="0">
              <a:buNone/>
            </a:pPr>
            <a:r>
              <a:rPr lang="en-ZA" dirty="0"/>
              <a:t>VALUES (' SN003', 'Nurse', 'G.OLESENG ', '0748596321');</a:t>
            </a:r>
          </a:p>
          <a:p>
            <a:endParaRPr lang="en-ZA" dirty="0"/>
          </a:p>
        </p:txBody>
      </p:sp>
    </p:spTree>
    <p:extLst>
      <p:ext uri="{BB962C8B-B14F-4D97-AF65-F5344CB8AC3E}">
        <p14:creationId xmlns:p14="http://schemas.microsoft.com/office/powerpoint/2010/main" val="7832577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DD6D7-9A22-76D8-46BE-695D74CC6AAC}"/>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65154F52-40DA-2D74-305E-68810C20E397}"/>
              </a:ext>
            </a:extLst>
          </p:cNvPr>
          <p:cNvSpPr>
            <a:spLocks noGrp="1"/>
          </p:cNvSpPr>
          <p:nvPr>
            <p:ph idx="1"/>
          </p:nvPr>
        </p:nvSpPr>
        <p:spPr/>
        <p:txBody>
          <a:bodyPr>
            <a:normAutofit fontScale="92500" lnSpcReduction="20000"/>
          </a:bodyPr>
          <a:lstStyle/>
          <a:p>
            <a:pPr marL="0" indent="0">
              <a:buNone/>
            </a:pPr>
            <a:r>
              <a:rPr lang="en-ZA" dirty="0"/>
              <a:t>INSERT INTO STAFF</a:t>
            </a:r>
          </a:p>
          <a:p>
            <a:pPr marL="0" indent="0">
              <a:buNone/>
            </a:pPr>
            <a:r>
              <a:rPr lang="en-ZA" dirty="0"/>
              <a:t>VALUES (' SD002', 'Doctor', 'DR.L.SMITH ', '0147741025');</a:t>
            </a:r>
          </a:p>
          <a:p>
            <a:pPr marL="0" indent="0">
              <a:buNone/>
            </a:pPr>
            <a:r>
              <a:rPr lang="en-ZA" dirty="0"/>
              <a:t>INSERT INTO STAFF</a:t>
            </a:r>
          </a:p>
          <a:p>
            <a:pPr marL="0" indent="0">
              <a:buNone/>
            </a:pPr>
            <a:r>
              <a:rPr lang="en-ZA" dirty="0"/>
              <a:t>VALUES (' SD003', '</a:t>
            </a:r>
            <a:r>
              <a:rPr lang="en-ZA" dirty="0" err="1"/>
              <a:t>Dcotor</a:t>
            </a:r>
            <a:r>
              <a:rPr lang="en-ZA" dirty="0"/>
              <a:t>', 'DR J.DOE ', '3698520147');</a:t>
            </a:r>
          </a:p>
          <a:p>
            <a:pPr marL="0" indent="0">
              <a:buNone/>
            </a:pPr>
            <a:r>
              <a:rPr lang="en-ZA" dirty="0"/>
              <a:t>INSERT INTO STAFF</a:t>
            </a:r>
          </a:p>
          <a:p>
            <a:pPr marL="0" indent="0">
              <a:buNone/>
            </a:pPr>
            <a:r>
              <a:rPr lang="en-ZA" dirty="0"/>
              <a:t>VALUES (' SA001', 'Administrator', 'N.MOKOENA ', '3698520147');</a:t>
            </a:r>
          </a:p>
          <a:p>
            <a:pPr marL="0" indent="0">
              <a:buNone/>
            </a:pPr>
            <a:r>
              <a:rPr lang="en-ZA" dirty="0"/>
              <a:t>INSERT INTO STAFF</a:t>
            </a:r>
          </a:p>
          <a:p>
            <a:pPr marL="0" indent="0">
              <a:buNone/>
            </a:pPr>
            <a:r>
              <a:rPr lang="en-ZA" dirty="0"/>
              <a:t>VALUES (' SA002', 'Administrator', 'K.NAUME ', '3217896691');</a:t>
            </a:r>
          </a:p>
          <a:p>
            <a:pPr marL="0" indent="0">
              <a:buNone/>
            </a:pPr>
            <a:r>
              <a:rPr lang="en-ZA" dirty="0"/>
              <a:t>INSERT INTO STAFF</a:t>
            </a:r>
          </a:p>
          <a:p>
            <a:pPr marL="0" indent="0">
              <a:buNone/>
            </a:pPr>
            <a:r>
              <a:rPr lang="en-ZA" dirty="0"/>
              <a:t>VALUES (' SR001', 'Receptionist', 'L.HOLLY ', '9632587410');</a:t>
            </a:r>
          </a:p>
          <a:p>
            <a:endParaRPr lang="en-ZA" dirty="0"/>
          </a:p>
        </p:txBody>
      </p:sp>
    </p:spTree>
    <p:extLst>
      <p:ext uri="{BB962C8B-B14F-4D97-AF65-F5344CB8AC3E}">
        <p14:creationId xmlns:p14="http://schemas.microsoft.com/office/powerpoint/2010/main" val="6114684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FD9E9-1AFF-A2B9-2406-03CE16AFC5ED}"/>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8C9020C3-6FD0-70BF-01BF-537EA79CEA92}"/>
              </a:ext>
            </a:extLst>
          </p:cNvPr>
          <p:cNvSpPr>
            <a:spLocks noGrp="1"/>
          </p:cNvSpPr>
          <p:nvPr>
            <p:ph idx="1"/>
          </p:nvPr>
        </p:nvSpPr>
        <p:spPr/>
        <p:txBody>
          <a:bodyPr/>
          <a:lstStyle/>
          <a:p>
            <a:pPr marL="0" indent="0">
              <a:buNone/>
            </a:pPr>
            <a:r>
              <a:rPr lang="en-ZA" b="1" dirty="0"/>
              <a:t>WARD</a:t>
            </a:r>
            <a:endParaRPr lang="en-ZA" dirty="0"/>
          </a:p>
          <a:p>
            <a:pPr marL="0" indent="0">
              <a:buNone/>
            </a:pPr>
            <a:r>
              <a:rPr lang="en-ZA" dirty="0"/>
              <a:t> </a:t>
            </a:r>
          </a:p>
          <a:p>
            <a:pPr marL="0" indent="0">
              <a:buNone/>
            </a:pPr>
            <a:r>
              <a:rPr lang="en-ZA" dirty="0"/>
              <a:t>INSERT INTO WARD VALUES ('W01', 'General');</a:t>
            </a:r>
          </a:p>
          <a:p>
            <a:pPr marL="0" indent="0">
              <a:buNone/>
            </a:pPr>
            <a:r>
              <a:rPr lang="en-ZA" dirty="0"/>
              <a:t>INSERT INTO WARD VALUES ('W02', 'Surgical');</a:t>
            </a:r>
          </a:p>
          <a:p>
            <a:pPr marL="0" indent="0">
              <a:buNone/>
            </a:pPr>
            <a:r>
              <a:rPr lang="en-ZA" dirty="0"/>
              <a:t>INSERT INTO WARD VALUES ('W03', 'ICU');</a:t>
            </a:r>
          </a:p>
          <a:p>
            <a:endParaRPr lang="en-ZA" dirty="0"/>
          </a:p>
        </p:txBody>
      </p:sp>
    </p:spTree>
    <p:extLst>
      <p:ext uri="{BB962C8B-B14F-4D97-AF65-F5344CB8AC3E}">
        <p14:creationId xmlns:p14="http://schemas.microsoft.com/office/powerpoint/2010/main" val="225534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5BD7F-84E5-88C4-461A-D449B7141521}"/>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89CEAD05-F11E-EC58-3EC3-B381857CFBC1}"/>
              </a:ext>
            </a:extLst>
          </p:cNvPr>
          <p:cNvSpPr>
            <a:spLocks noGrp="1"/>
          </p:cNvSpPr>
          <p:nvPr>
            <p:ph idx="1"/>
          </p:nvPr>
        </p:nvSpPr>
        <p:spPr/>
        <p:txBody>
          <a:bodyPr/>
          <a:lstStyle/>
          <a:p>
            <a:pPr marL="0" indent="0">
              <a:buNone/>
            </a:pPr>
            <a:r>
              <a:rPr lang="en-ZA" b="1" dirty="0"/>
              <a:t> ROOMS</a:t>
            </a:r>
            <a:endParaRPr lang="en-ZA" dirty="0"/>
          </a:p>
          <a:p>
            <a:pPr marL="0" indent="0">
              <a:buNone/>
            </a:pPr>
            <a:r>
              <a:rPr lang="en-ZA" dirty="0"/>
              <a:t> </a:t>
            </a:r>
          </a:p>
          <a:p>
            <a:pPr marL="0" indent="0">
              <a:buNone/>
            </a:pPr>
            <a:r>
              <a:rPr lang="en-ZA" dirty="0"/>
              <a:t>INSERT INTO ROOMS VALUES ('R01', '101', 'W01', 'Occupied');</a:t>
            </a:r>
          </a:p>
          <a:p>
            <a:pPr marL="0" indent="0">
              <a:buNone/>
            </a:pPr>
            <a:r>
              <a:rPr lang="en-ZA" dirty="0"/>
              <a:t>INSERT INTO ROOMS VALUES ('R02', '201', 'W02', 'Occupied');</a:t>
            </a:r>
          </a:p>
          <a:p>
            <a:pPr marL="0" indent="0">
              <a:buNone/>
            </a:pPr>
            <a:r>
              <a:rPr lang="en-ZA" dirty="0"/>
              <a:t>INSERT INTO ROOMS VALUES ('R03', '102', 'W01', 'Available');</a:t>
            </a:r>
          </a:p>
          <a:p>
            <a:pPr marL="0" indent="0">
              <a:buNone/>
            </a:pPr>
            <a:r>
              <a:rPr lang="en-ZA" dirty="0"/>
              <a:t>INSERT INTO ROOMS VALUES ('R04', '301', 'W03', 'Occupied');</a:t>
            </a:r>
          </a:p>
          <a:p>
            <a:pPr marL="0" indent="0">
              <a:buNone/>
            </a:pPr>
            <a:r>
              <a:rPr lang="en-ZA" dirty="0"/>
              <a:t>INSERT INTO ROOMS VALUES ('R05', '202', 'W02', 'Available');</a:t>
            </a:r>
          </a:p>
          <a:p>
            <a:endParaRPr lang="en-ZA" dirty="0"/>
          </a:p>
        </p:txBody>
      </p:sp>
    </p:spTree>
    <p:extLst>
      <p:ext uri="{BB962C8B-B14F-4D97-AF65-F5344CB8AC3E}">
        <p14:creationId xmlns:p14="http://schemas.microsoft.com/office/powerpoint/2010/main" val="28701845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14FB-719A-6D9F-0D36-43F37D8284F3}"/>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2DC90B6D-600A-FD91-501E-77A3C6A269C6}"/>
              </a:ext>
            </a:extLst>
          </p:cNvPr>
          <p:cNvSpPr>
            <a:spLocks noGrp="1"/>
          </p:cNvSpPr>
          <p:nvPr>
            <p:ph idx="1"/>
          </p:nvPr>
        </p:nvSpPr>
        <p:spPr/>
        <p:txBody>
          <a:bodyPr>
            <a:normAutofit fontScale="77500" lnSpcReduction="20000"/>
          </a:bodyPr>
          <a:lstStyle/>
          <a:p>
            <a:pPr marL="0" indent="0">
              <a:buNone/>
            </a:pPr>
            <a:r>
              <a:rPr lang="en-ZA" b="1" dirty="0"/>
              <a:t> APPOINTMENTS</a:t>
            </a:r>
            <a:endParaRPr lang="en-ZA" dirty="0"/>
          </a:p>
          <a:p>
            <a:pPr marL="0" indent="0">
              <a:buNone/>
            </a:pPr>
            <a:r>
              <a:rPr lang="en-ZA" dirty="0"/>
              <a:t> </a:t>
            </a:r>
          </a:p>
          <a:p>
            <a:pPr marL="0" indent="0">
              <a:buNone/>
            </a:pPr>
            <a:r>
              <a:rPr lang="en-ZA" dirty="0"/>
              <a:t>INSERT INTO APPOINTMENTS</a:t>
            </a:r>
          </a:p>
          <a:p>
            <a:pPr marL="0" indent="0">
              <a:buNone/>
            </a:pPr>
            <a:r>
              <a:rPr lang="en-ZA" dirty="0"/>
              <a:t>VALUES ('A001','P001',TO_DATE('01-04-2026','DD-MM-YYYY'),'08:00','Completed');</a:t>
            </a:r>
          </a:p>
          <a:p>
            <a:pPr marL="0" indent="0">
              <a:buNone/>
            </a:pPr>
            <a:r>
              <a:rPr lang="en-ZA" dirty="0"/>
              <a:t>INSERT INTO APPOINTMENTS</a:t>
            </a:r>
          </a:p>
          <a:p>
            <a:pPr marL="0" indent="0">
              <a:buNone/>
            </a:pPr>
            <a:r>
              <a:rPr lang="en-ZA" dirty="0"/>
              <a:t>VALUES ('A002','P002',TO_DATE('03-04-2026','DD-MM-YYYY'),'09:30','Completed');</a:t>
            </a:r>
          </a:p>
          <a:p>
            <a:pPr marL="0" indent="0">
              <a:buNone/>
            </a:pPr>
            <a:r>
              <a:rPr lang="en-ZA" dirty="0"/>
              <a:t>INSERT INTO APPOINTMENTS</a:t>
            </a:r>
          </a:p>
          <a:p>
            <a:pPr marL="0" indent="0">
              <a:buNone/>
            </a:pPr>
            <a:r>
              <a:rPr lang="en-ZA" dirty="0"/>
              <a:t>VALUES ('A003','P003',TO_DATE('05-04-2026','DD-MM-YYYY'),'10:00','Completed');</a:t>
            </a:r>
          </a:p>
          <a:p>
            <a:pPr marL="0" indent="0">
              <a:buNone/>
            </a:pPr>
            <a:r>
              <a:rPr lang="en-ZA" dirty="0"/>
              <a:t>INSERT INTO APPOINTMENTS</a:t>
            </a:r>
          </a:p>
          <a:p>
            <a:pPr marL="0" indent="0">
              <a:buNone/>
            </a:pPr>
            <a:r>
              <a:rPr lang="en-ZA" dirty="0"/>
              <a:t>VALUES ('A004','P004',TO_DATE('08-04-2026','DD-MM-YYYY'),'11:00','Scheduled');</a:t>
            </a:r>
          </a:p>
          <a:p>
            <a:endParaRPr lang="en-ZA" dirty="0"/>
          </a:p>
        </p:txBody>
      </p:sp>
    </p:spTree>
    <p:extLst>
      <p:ext uri="{BB962C8B-B14F-4D97-AF65-F5344CB8AC3E}">
        <p14:creationId xmlns:p14="http://schemas.microsoft.com/office/powerpoint/2010/main" val="2372981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BE61-700D-A31F-8007-7EE44F0426A1}"/>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54F2F6B5-1998-6400-A467-AC57490D03D5}"/>
              </a:ext>
            </a:extLst>
          </p:cNvPr>
          <p:cNvSpPr>
            <a:spLocks noGrp="1"/>
          </p:cNvSpPr>
          <p:nvPr>
            <p:ph idx="1"/>
          </p:nvPr>
        </p:nvSpPr>
        <p:spPr/>
        <p:txBody>
          <a:bodyPr>
            <a:normAutofit fontScale="92500" lnSpcReduction="20000"/>
          </a:bodyPr>
          <a:lstStyle/>
          <a:p>
            <a:pPr marL="0" indent="0">
              <a:buNone/>
            </a:pPr>
            <a:r>
              <a:rPr lang="en-ZA" dirty="0"/>
              <a:t>INSERT INTO APPOINTMENTS</a:t>
            </a:r>
          </a:p>
          <a:p>
            <a:pPr marL="0" indent="0">
              <a:buNone/>
            </a:pPr>
            <a:r>
              <a:rPr lang="en-ZA" dirty="0"/>
              <a:t>VALUES ('A005','P005',TO_DATE('09-04-2026','DD-MM-YYYY'),'13:00','Completed');</a:t>
            </a:r>
          </a:p>
          <a:p>
            <a:pPr marL="0" indent="0">
              <a:buNone/>
            </a:pPr>
            <a:r>
              <a:rPr lang="en-ZA" dirty="0"/>
              <a:t>INSERT INTO APPOINTMENTS</a:t>
            </a:r>
          </a:p>
          <a:p>
            <a:pPr marL="0" indent="0">
              <a:buNone/>
            </a:pPr>
            <a:r>
              <a:rPr lang="en-ZA" dirty="0"/>
              <a:t>VALUES ('A006','P006',TO_DATE('10-04-2026','DD-MM-YYYY'),'14:30','Scheduled');</a:t>
            </a:r>
          </a:p>
          <a:p>
            <a:pPr marL="0" indent="0">
              <a:buNone/>
            </a:pPr>
            <a:r>
              <a:rPr lang="en-ZA" dirty="0"/>
              <a:t>INSERT INTO APPOINTMENTS</a:t>
            </a:r>
          </a:p>
          <a:p>
            <a:pPr marL="0" indent="0">
              <a:buNone/>
            </a:pPr>
            <a:r>
              <a:rPr lang="en-ZA" dirty="0"/>
              <a:t>VALUES ('A007','P007',TO_DATE('11-04-2026','DD-MM-YYYY'),'15:00','Cancelled');</a:t>
            </a:r>
          </a:p>
          <a:p>
            <a:pPr marL="0" indent="0">
              <a:buNone/>
            </a:pPr>
            <a:r>
              <a:rPr lang="en-ZA" dirty="0"/>
              <a:t>INSERT INTO APPOINTMENTS</a:t>
            </a:r>
          </a:p>
          <a:p>
            <a:pPr marL="0" indent="0">
              <a:buNone/>
            </a:pPr>
            <a:r>
              <a:rPr lang="en-ZA" dirty="0"/>
              <a:t>VALUES ('A008','P008',TO_DATE('12-04-2026','DD-MM-YYYY'),'09:00','Completed');</a:t>
            </a:r>
          </a:p>
          <a:p>
            <a:endParaRPr lang="en-ZA" dirty="0"/>
          </a:p>
        </p:txBody>
      </p:sp>
    </p:spTree>
    <p:extLst>
      <p:ext uri="{BB962C8B-B14F-4D97-AF65-F5344CB8AC3E}">
        <p14:creationId xmlns:p14="http://schemas.microsoft.com/office/powerpoint/2010/main" val="12628628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FBC5-5BFF-BEF5-63BD-669E698FC1C1}"/>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9B673FFE-4456-D747-7558-9B03E9988B3B}"/>
              </a:ext>
            </a:extLst>
          </p:cNvPr>
          <p:cNvSpPr>
            <a:spLocks noGrp="1"/>
          </p:cNvSpPr>
          <p:nvPr>
            <p:ph idx="1"/>
          </p:nvPr>
        </p:nvSpPr>
        <p:spPr/>
        <p:txBody>
          <a:bodyPr>
            <a:normAutofit lnSpcReduction="10000"/>
          </a:bodyPr>
          <a:lstStyle/>
          <a:p>
            <a:pPr marL="0" indent="0">
              <a:buNone/>
            </a:pPr>
            <a:r>
              <a:rPr lang="en-ZA" b="1" dirty="0"/>
              <a:t>ADMISSIONS</a:t>
            </a:r>
            <a:endParaRPr lang="en-ZA" dirty="0"/>
          </a:p>
          <a:p>
            <a:pPr marL="0" indent="0">
              <a:buNone/>
            </a:pPr>
            <a:r>
              <a:rPr lang="en-ZA" dirty="0"/>
              <a:t>(note that not all appointments lead to admission)</a:t>
            </a:r>
          </a:p>
          <a:p>
            <a:pPr marL="0" indent="0">
              <a:buNone/>
            </a:pPr>
            <a:r>
              <a:rPr lang="en-ZA" dirty="0"/>
              <a:t> </a:t>
            </a:r>
          </a:p>
          <a:p>
            <a:pPr marL="0" indent="0">
              <a:buNone/>
            </a:pPr>
            <a:r>
              <a:rPr lang="en-ZA" dirty="0"/>
              <a:t>INSERT INTO ADMISSIONS</a:t>
            </a:r>
          </a:p>
          <a:p>
            <a:pPr marL="0" indent="0">
              <a:buNone/>
            </a:pPr>
            <a:r>
              <a:rPr lang="en-ZA" dirty="0"/>
              <a:t>VALUES ('AD001','A001','P001','R01',</a:t>
            </a:r>
          </a:p>
          <a:p>
            <a:pPr marL="0" indent="0">
              <a:buNone/>
            </a:pPr>
            <a:r>
              <a:rPr lang="en-ZA" dirty="0"/>
              <a:t>        TO_DATE('01-04-2026','DD-MM-YYYY'),</a:t>
            </a:r>
          </a:p>
          <a:p>
            <a:pPr marL="0" indent="0">
              <a:buNone/>
            </a:pPr>
            <a:r>
              <a:rPr lang="en-ZA" dirty="0"/>
              <a:t>        TO_DATE('05-04-2026','DD-MM-YYYY'));</a:t>
            </a:r>
          </a:p>
          <a:p>
            <a:pPr marL="0" indent="0">
              <a:buNone/>
            </a:pPr>
            <a:r>
              <a:rPr lang="en-ZA" dirty="0"/>
              <a:t>INSERT INTO ADMISSIONS</a:t>
            </a:r>
          </a:p>
          <a:p>
            <a:pPr marL="0" indent="0">
              <a:buNone/>
            </a:pPr>
            <a:r>
              <a:rPr lang="en-ZA" dirty="0"/>
              <a:t>VALUES ('AD002','A002','P002','R02',</a:t>
            </a:r>
          </a:p>
          <a:p>
            <a:endParaRPr lang="en-ZA" dirty="0"/>
          </a:p>
        </p:txBody>
      </p:sp>
    </p:spTree>
    <p:extLst>
      <p:ext uri="{BB962C8B-B14F-4D97-AF65-F5344CB8AC3E}">
        <p14:creationId xmlns:p14="http://schemas.microsoft.com/office/powerpoint/2010/main" val="28051206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51E-6C0D-7677-4830-8707BCB36968}"/>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1A7F888B-0F1E-88CE-717D-986247ED9AE3}"/>
              </a:ext>
            </a:extLst>
          </p:cNvPr>
          <p:cNvSpPr>
            <a:spLocks noGrp="1"/>
          </p:cNvSpPr>
          <p:nvPr>
            <p:ph idx="1"/>
          </p:nvPr>
        </p:nvSpPr>
        <p:spPr/>
        <p:txBody>
          <a:bodyPr/>
          <a:lstStyle/>
          <a:p>
            <a:pPr marL="0" indent="0">
              <a:buNone/>
            </a:pPr>
            <a:r>
              <a:rPr lang="en-ZA" dirty="0"/>
              <a:t>        TO_DATE('03-04-2026','DD-MM-YYYY'),</a:t>
            </a:r>
          </a:p>
          <a:p>
            <a:pPr marL="0" indent="0">
              <a:buNone/>
            </a:pPr>
            <a:r>
              <a:rPr lang="en-ZA" dirty="0"/>
              <a:t>        TO_DATE('07-04-2026','DD-MM-YYYY'));</a:t>
            </a:r>
          </a:p>
          <a:p>
            <a:pPr marL="0" indent="0">
              <a:buNone/>
            </a:pPr>
            <a:r>
              <a:rPr lang="en-ZA" dirty="0"/>
              <a:t>INSERT INTO ADMISSIONS</a:t>
            </a:r>
          </a:p>
          <a:p>
            <a:pPr marL="0" indent="0">
              <a:buNone/>
            </a:pPr>
            <a:r>
              <a:rPr lang="en-ZA" dirty="0"/>
              <a:t>VALUES ('AD003','A005','P005','R04',</a:t>
            </a:r>
          </a:p>
          <a:p>
            <a:pPr marL="0" indent="0">
              <a:buNone/>
            </a:pPr>
            <a:r>
              <a:rPr lang="en-ZA" dirty="0"/>
              <a:t>        TO_DATE('09-04-2026','DD-MM-YYYY'),</a:t>
            </a:r>
          </a:p>
          <a:p>
            <a:pPr marL="0" indent="0">
              <a:buNone/>
            </a:pPr>
            <a:r>
              <a:rPr lang="en-ZA" dirty="0"/>
              <a:t>        TO_DATE('12-04-2026','DD-MM-YYYY'));</a:t>
            </a:r>
          </a:p>
          <a:p>
            <a:endParaRPr lang="en-ZA" dirty="0"/>
          </a:p>
        </p:txBody>
      </p:sp>
    </p:spTree>
    <p:extLst>
      <p:ext uri="{BB962C8B-B14F-4D97-AF65-F5344CB8AC3E}">
        <p14:creationId xmlns:p14="http://schemas.microsoft.com/office/powerpoint/2010/main" val="331306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41B25-03D2-F9B7-8755-26F819B9B91E}"/>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57216B05-8DA0-A036-544D-9618BB3ECA76}"/>
              </a:ext>
            </a:extLst>
          </p:cNvPr>
          <p:cNvSpPr>
            <a:spLocks noGrp="1"/>
          </p:cNvSpPr>
          <p:nvPr>
            <p:ph idx="1"/>
          </p:nvPr>
        </p:nvSpPr>
        <p:spPr/>
        <p:txBody>
          <a:bodyPr>
            <a:normAutofit fontScale="62500" lnSpcReduction="20000"/>
          </a:bodyPr>
          <a:lstStyle/>
          <a:p>
            <a:pPr marL="0" indent="0">
              <a:buNone/>
            </a:pPr>
            <a:r>
              <a:rPr lang="en-ZA" b="1" dirty="0"/>
              <a:t> TREATMENTS</a:t>
            </a:r>
            <a:endParaRPr lang="en-ZA" dirty="0"/>
          </a:p>
          <a:p>
            <a:pPr marL="0" indent="0">
              <a:buNone/>
            </a:pPr>
            <a:r>
              <a:rPr lang="en-ZA" dirty="0"/>
              <a:t>INSERT INTO TREATMENTS</a:t>
            </a:r>
          </a:p>
          <a:p>
            <a:pPr marL="0" indent="0">
              <a:buNone/>
            </a:pPr>
            <a:r>
              <a:rPr lang="en-ZA" dirty="0"/>
              <a:t>VALUES ('T001','A001','SD001',</a:t>
            </a:r>
          </a:p>
          <a:p>
            <a:pPr marL="0" indent="0">
              <a:buNone/>
            </a:pPr>
            <a:r>
              <a:rPr lang="en-ZA" dirty="0"/>
              <a:t>        'Hypertension',</a:t>
            </a:r>
          </a:p>
          <a:p>
            <a:pPr marL="0" indent="0">
              <a:buNone/>
            </a:pPr>
            <a:r>
              <a:rPr lang="en-ZA" dirty="0"/>
              <a:t>        'Blood pressure treatment and monitoring');</a:t>
            </a:r>
          </a:p>
          <a:p>
            <a:pPr marL="0" indent="0">
              <a:buNone/>
            </a:pPr>
            <a:r>
              <a:rPr lang="en-ZA" dirty="0"/>
              <a:t>INSERT INTO TREATMENTS</a:t>
            </a:r>
          </a:p>
          <a:p>
            <a:pPr marL="0" indent="0">
              <a:buNone/>
            </a:pPr>
            <a:r>
              <a:rPr lang="en-ZA" dirty="0"/>
              <a:t>VALUES ('T002','A001','SN001',</a:t>
            </a:r>
          </a:p>
          <a:p>
            <a:pPr marL="0" indent="0">
              <a:buNone/>
            </a:pPr>
            <a:r>
              <a:rPr lang="en-ZA" dirty="0"/>
              <a:t>        'Observation',</a:t>
            </a:r>
          </a:p>
          <a:p>
            <a:pPr marL="0" indent="0">
              <a:buNone/>
            </a:pPr>
            <a:r>
              <a:rPr lang="en-ZA" dirty="0"/>
              <a:t>        'Patient vital signs monitored');</a:t>
            </a:r>
          </a:p>
          <a:p>
            <a:pPr marL="0" indent="0">
              <a:buNone/>
            </a:pPr>
            <a:r>
              <a:rPr lang="en-ZA" dirty="0"/>
              <a:t>INSERT INTO TREATMENTS</a:t>
            </a:r>
          </a:p>
          <a:p>
            <a:pPr marL="0" indent="0">
              <a:buNone/>
            </a:pPr>
            <a:r>
              <a:rPr lang="en-ZA" dirty="0"/>
              <a:t>VALUES ('T003','A002','SD002',</a:t>
            </a:r>
          </a:p>
          <a:p>
            <a:pPr marL="0" indent="0">
              <a:buNone/>
            </a:pPr>
            <a:r>
              <a:rPr lang="en-ZA" dirty="0"/>
              <a:t>        'Influenza',</a:t>
            </a:r>
          </a:p>
          <a:p>
            <a:pPr marL="0" indent="0">
              <a:buNone/>
            </a:pPr>
            <a:r>
              <a:rPr lang="en-ZA" dirty="0"/>
              <a:t>        'Antiviral treatment prescribed');</a:t>
            </a:r>
          </a:p>
          <a:p>
            <a:endParaRPr lang="en-ZA" dirty="0"/>
          </a:p>
        </p:txBody>
      </p:sp>
    </p:spTree>
    <p:extLst>
      <p:ext uri="{BB962C8B-B14F-4D97-AF65-F5344CB8AC3E}">
        <p14:creationId xmlns:p14="http://schemas.microsoft.com/office/powerpoint/2010/main" val="10490150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80AF8-8664-1196-EA47-7DA8BF17D973}"/>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53832C0E-4A8A-C54E-14D2-855823A2C489}"/>
              </a:ext>
            </a:extLst>
          </p:cNvPr>
          <p:cNvSpPr>
            <a:spLocks noGrp="1"/>
          </p:cNvSpPr>
          <p:nvPr>
            <p:ph idx="1"/>
          </p:nvPr>
        </p:nvSpPr>
        <p:spPr/>
        <p:txBody>
          <a:bodyPr>
            <a:normAutofit fontScale="85000" lnSpcReduction="20000"/>
          </a:bodyPr>
          <a:lstStyle/>
          <a:p>
            <a:pPr marL="0" indent="0">
              <a:buNone/>
            </a:pPr>
            <a:r>
              <a:rPr lang="en-ZA" dirty="0"/>
              <a:t>INSERT INTO TREATMENTS</a:t>
            </a:r>
          </a:p>
          <a:p>
            <a:pPr marL="0" indent="0">
              <a:buNone/>
            </a:pPr>
            <a:r>
              <a:rPr lang="en-ZA" dirty="0"/>
              <a:t>VALUES ('T004','A003','SD001',</a:t>
            </a:r>
          </a:p>
          <a:p>
            <a:pPr marL="0" indent="0">
              <a:buNone/>
            </a:pPr>
            <a:r>
              <a:rPr lang="en-ZA" dirty="0"/>
              <a:t>        'Diabetes',</a:t>
            </a:r>
          </a:p>
          <a:p>
            <a:pPr marL="0" indent="0">
              <a:buNone/>
            </a:pPr>
            <a:r>
              <a:rPr lang="en-ZA" dirty="0"/>
              <a:t>        'Blood glucose assessment');</a:t>
            </a:r>
          </a:p>
          <a:p>
            <a:pPr marL="0" indent="0">
              <a:buNone/>
            </a:pPr>
            <a:r>
              <a:rPr lang="en-ZA" dirty="0"/>
              <a:t>INSERT INTO TREATMENTS</a:t>
            </a:r>
          </a:p>
          <a:p>
            <a:pPr marL="0" indent="0">
              <a:buNone/>
            </a:pPr>
            <a:r>
              <a:rPr lang="en-ZA" dirty="0"/>
              <a:t>VALUES ('T005','A005','SN002',</a:t>
            </a:r>
          </a:p>
          <a:p>
            <a:pPr marL="0" indent="0">
              <a:buNone/>
            </a:pPr>
            <a:r>
              <a:rPr lang="en-ZA" dirty="0"/>
              <a:t>        'Post-operative Care',</a:t>
            </a:r>
          </a:p>
          <a:p>
            <a:pPr marL="0" indent="0">
              <a:buNone/>
            </a:pPr>
            <a:r>
              <a:rPr lang="en-ZA" dirty="0"/>
              <a:t>        'Routine monitoring after surgery');</a:t>
            </a:r>
          </a:p>
          <a:p>
            <a:pPr marL="0" indent="0">
              <a:buNone/>
            </a:pPr>
            <a:r>
              <a:rPr lang="en-ZA" dirty="0"/>
              <a:t>INSERT INTO TREATMENTS</a:t>
            </a:r>
          </a:p>
          <a:p>
            <a:pPr marL="0" indent="0">
              <a:buNone/>
            </a:pPr>
            <a:r>
              <a:rPr lang="en-ZA" dirty="0"/>
              <a:t>VALUES ('T006','A008','SD002',</a:t>
            </a:r>
          </a:p>
          <a:p>
            <a:pPr marL="0" indent="0">
              <a:buNone/>
            </a:pPr>
            <a:r>
              <a:rPr lang="en-ZA" dirty="0"/>
              <a:t>        'Respiratory Infection',</a:t>
            </a:r>
          </a:p>
          <a:p>
            <a:endParaRPr lang="en-ZA" dirty="0"/>
          </a:p>
        </p:txBody>
      </p:sp>
    </p:spTree>
    <p:extLst>
      <p:ext uri="{BB962C8B-B14F-4D97-AF65-F5344CB8AC3E}">
        <p14:creationId xmlns:p14="http://schemas.microsoft.com/office/powerpoint/2010/main" val="35819578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6AE7-C437-EFEB-935A-F62C9BE7992C}"/>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16B55E3E-C408-61C4-1EF9-31A1A1BE14C1}"/>
              </a:ext>
            </a:extLst>
          </p:cNvPr>
          <p:cNvSpPr>
            <a:spLocks noGrp="1"/>
          </p:cNvSpPr>
          <p:nvPr>
            <p:ph idx="1"/>
          </p:nvPr>
        </p:nvSpPr>
        <p:spPr/>
        <p:txBody>
          <a:bodyPr>
            <a:normAutofit fontScale="92500" lnSpcReduction="20000"/>
          </a:bodyPr>
          <a:lstStyle/>
          <a:p>
            <a:pPr marL="0" indent="0">
              <a:buNone/>
            </a:pPr>
            <a:r>
              <a:rPr lang="en-ZA" b="1" dirty="0"/>
              <a:t>MEDICINES</a:t>
            </a:r>
            <a:endParaRPr lang="en-ZA" dirty="0"/>
          </a:p>
          <a:p>
            <a:pPr marL="0" indent="0">
              <a:buNone/>
            </a:pPr>
            <a:r>
              <a:rPr lang="en-ZA" dirty="0"/>
              <a:t> </a:t>
            </a:r>
          </a:p>
          <a:p>
            <a:pPr marL="0" indent="0">
              <a:buNone/>
            </a:pPr>
            <a:r>
              <a:rPr lang="en-ZA" dirty="0"/>
              <a:t>INSERT INTO MEDICINES</a:t>
            </a:r>
          </a:p>
          <a:p>
            <a:pPr marL="0" indent="0">
              <a:buNone/>
            </a:pPr>
            <a:r>
              <a:rPr lang="en-ZA" dirty="0"/>
              <a:t>VALUES ('M001','Amlodipine',150);</a:t>
            </a:r>
          </a:p>
          <a:p>
            <a:pPr marL="0" indent="0">
              <a:buNone/>
            </a:pPr>
            <a:r>
              <a:rPr lang="en-ZA" dirty="0"/>
              <a:t>INSERT INTO MEDICINES</a:t>
            </a:r>
          </a:p>
          <a:p>
            <a:pPr marL="0" indent="0">
              <a:buNone/>
            </a:pPr>
            <a:r>
              <a:rPr lang="en-ZA" dirty="0"/>
              <a:t>VALUES ('M002','Aspirin',300);</a:t>
            </a:r>
          </a:p>
          <a:p>
            <a:pPr marL="0" indent="0">
              <a:buNone/>
            </a:pPr>
            <a:r>
              <a:rPr lang="en-ZA" dirty="0"/>
              <a:t>INSERT INTO MEDICINES</a:t>
            </a:r>
          </a:p>
          <a:p>
            <a:pPr marL="0" indent="0">
              <a:buNone/>
            </a:pPr>
            <a:r>
              <a:rPr lang="en-ZA" dirty="0"/>
              <a:t>VALUES ('M003','Paracetamol',500);</a:t>
            </a:r>
          </a:p>
          <a:p>
            <a:pPr marL="0" indent="0">
              <a:buNone/>
            </a:pPr>
            <a:r>
              <a:rPr lang="en-ZA" dirty="0"/>
              <a:t>INSERT INTO MEDICINES</a:t>
            </a:r>
          </a:p>
          <a:p>
            <a:pPr marL="0" indent="0">
              <a:buNone/>
            </a:pPr>
            <a:r>
              <a:rPr lang="en-ZA" dirty="0"/>
              <a:t>VALUES ('M004','Metformin',250);</a:t>
            </a:r>
          </a:p>
          <a:p>
            <a:endParaRPr lang="en-ZA" dirty="0"/>
          </a:p>
        </p:txBody>
      </p:sp>
    </p:spTree>
    <p:extLst>
      <p:ext uri="{BB962C8B-B14F-4D97-AF65-F5344CB8AC3E}">
        <p14:creationId xmlns:p14="http://schemas.microsoft.com/office/powerpoint/2010/main" val="37186509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302E-D853-3716-E222-476EE7AE10B4}"/>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331B883D-52D2-F026-1020-8B9AE6FD3403}"/>
              </a:ext>
            </a:extLst>
          </p:cNvPr>
          <p:cNvSpPr>
            <a:spLocks noGrp="1"/>
          </p:cNvSpPr>
          <p:nvPr>
            <p:ph idx="1"/>
          </p:nvPr>
        </p:nvSpPr>
        <p:spPr/>
        <p:txBody>
          <a:bodyPr/>
          <a:lstStyle/>
          <a:p>
            <a:pPr marL="0" indent="0">
              <a:buNone/>
            </a:pPr>
            <a:r>
              <a:rPr lang="en-ZA" dirty="0"/>
              <a:t>INSERT INTO MEDICINES</a:t>
            </a:r>
          </a:p>
          <a:p>
            <a:pPr marL="0" indent="0">
              <a:buNone/>
            </a:pPr>
            <a:r>
              <a:rPr lang="en-ZA" dirty="0"/>
              <a:t>VALUES ('M005','Amoxicillin',200);</a:t>
            </a:r>
          </a:p>
          <a:p>
            <a:pPr marL="0" indent="0">
              <a:buNone/>
            </a:pPr>
            <a:r>
              <a:rPr lang="en-ZA" dirty="0"/>
              <a:t>	INSERT INTO MEDICINES</a:t>
            </a:r>
          </a:p>
          <a:p>
            <a:pPr marL="0" indent="0">
              <a:buNone/>
            </a:pPr>
            <a:r>
              <a:rPr lang="en-ZA" dirty="0"/>
              <a:t>VALUES ('M006','Panado',50);</a:t>
            </a:r>
          </a:p>
          <a:p>
            <a:pPr marL="0" indent="0">
              <a:buNone/>
            </a:pPr>
            <a:r>
              <a:rPr lang="en-ZA" dirty="0"/>
              <a:t>INSERT INTO MEDICINES</a:t>
            </a:r>
          </a:p>
          <a:p>
            <a:pPr marL="0" indent="0">
              <a:buNone/>
            </a:pPr>
            <a:r>
              <a:rPr lang="en-ZA" dirty="0"/>
              <a:t>VALUES ('M007,'Grandpa',10);</a:t>
            </a:r>
          </a:p>
          <a:p>
            <a:pPr marL="0" indent="0">
              <a:buNone/>
            </a:pPr>
            <a:r>
              <a:rPr lang="en-ZA" dirty="0"/>
              <a:t>INSERT INTO MEDICINES</a:t>
            </a:r>
          </a:p>
          <a:p>
            <a:pPr marL="0" indent="0">
              <a:buNone/>
            </a:pPr>
            <a:r>
              <a:rPr lang="en-ZA" dirty="0"/>
              <a:t>VALUES ('M008','Benelin',80);</a:t>
            </a:r>
          </a:p>
          <a:p>
            <a:endParaRPr lang="en-ZA" dirty="0"/>
          </a:p>
        </p:txBody>
      </p:sp>
    </p:spTree>
    <p:extLst>
      <p:ext uri="{BB962C8B-B14F-4D97-AF65-F5344CB8AC3E}">
        <p14:creationId xmlns:p14="http://schemas.microsoft.com/office/powerpoint/2010/main" val="28112856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2593-D0C5-616F-5AF1-15DA62F3B7D8}"/>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F3FA4B4D-B843-5CF6-2150-1A5C3341D94F}"/>
              </a:ext>
            </a:extLst>
          </p:cNvPr>
          <p:cNvSpPr>
            <a:spLocks noGrp="1"/>
          </p:cNvSpPr>
          <p:nvPr>
            <p:ph idx="1"/>
          </p:nvPr>
        </p:nvSpPr>
        <p:spPr/>
        <p:txBody>
          <a:bodyPr>
            <a:normAutofit fontScale="62500" lnSpcReduction="20000"/>
          </a:bodyPr>
          <a:lstStyle/>
          <a:p>
            <a:pPr marL="0" indent="0">
              <a:buNone/>
            </a:pPr>
            <a:r>
              <a:rPr lang="en-ZA" b="1" dirty="0"/>
              <a:t>PRESCRIPTIONS</a:t>
            </a:r>
            <a:endParaRPr lang="en-ZA" dirty="0"/>
          </a:p>
          <a:p>
            <a:pPr marL="0" indent="0">
              <a:buNone/>
            </a:pPr>
            <a:r>
              <a:rPr lang="en-ZA" dirty="0"/>
              <a:t>INSERT INTO PRESCRIPTIONS</a:t>
            </a:r>
          </a:p>
          <a:p>
            <a:pPr marL="0" indent="0">
              <a:buNone/>
            </a:pPr>
            <a:r>
              <a:rPr lang="en-ZA" dirty="0"/>
              <a:t>VALUES ('PR001','A001','M001','5mg Daily');</a:t>
            </a:r>
          </a:p>
          <a:p>
            <a:pPr marL="0" indent="0">
              <a:buNone/>
            </a:pPr>
            <a:r>
              <a:rPr lang="en-ZA" dirty="0"/>
              <a:t>INSERT INTO PRESCRIPTIONS</a:t>
            </a:r>
          </a:p>
          <a:p>
            <a:pPr marL="0" indent="0">
              <a:buNone/>
            </a:pPr>
            <a:r>
              <a:rPr lang="en-ZA" dirty="0"/>
              <a:t>VALUES ('PR002','A001','M002','100mg Daily');</a:t>
            </a:r>
          </a:p>
          <a:p>
            <a:pPr marL="0" indent="0">
              <a:buNone/>
            </a:pPr>
            <a:r>
              <a:rPr lang="en-ZA" dirty="0"/>
              <a:t>INSERT INTO PRESCRIPTIONS</a:t>
            </a:r>
          </a:p>
          <a:p>
            <a:pPr marL="0" indent="0">
              <a:buNone/>
            </a:pPr>
            <a:r>
              <a:rPr lang="en-ZA" dirty="0"/>
              <a:t>VALUES ('PR003','A002','M003','500mg Every 6 Hours');</a:t>
            </a:r>
          </a:p>
          <a:p>
            <a:pPr marL="0" indent="0">
              <a:buNone/>
            </a:pPr>
            <a:r>
              <a:rPr lang="en-ZA" dirty="0"/>
              <a:t>INSERT INTO PRESCRIPTIONS</a:t>
            </a:r>
          </a:p>
          <a:p>
            <a:pPr marL="0" indent="0">
              <a:buNone/>
            </a:pPr>
            <a:r>
              <a:rPr lang="en-ZA" dirty="0"/>
              <a:t>VALUES ('PR004','A003','M004','500mg Twice Daily');</a:t>
            </a:r>
          </a:p>
          <a:p>
            <a:pPr marL="0" indent="0">
              <a:buNone/>
            </a:pPr>
            <a:r>
              <a:rPr lang="en-ZA" dirty="0"/>
              <a:t>INSERT INTO PRESCRIPTIONS</a:t>
            </a:r>
          </a:p>
          <a:p>
            <a:pPr marL="0" indent="0">
              <a:buNone/>
            </a:pPr>
            <a:r>
              <a:rPr lang="en-ZA" dirty="0"/>
              <a:t>VALUES ('PR005','A005','M002','75mg Daily');</a:t>
            </a:r>
          </a:p>
          <a:p>
            <a:pPr marL="0" indent="0">
              <a:buNone/>
            </a:pPr>
            <a:r>
              <a:rPr lang="en-ZA" dirty="0"/>
              <a:t>INSERT INTO PRESCRIPTIONS</a:t>
            </a:r>
          </a:p>
          <a:p>
            <a:pPr marL="0" indent="0">
              <a:buNone/>
            </a:pPr>
            <a:r>
              <a:rPr lang="en-ZA" dirty="0"/>
              <a:t>VALUES ('PR006','A008','M005','500mg Three Times Daily');</a:t>
            </a:r>
          </a:p>
          <a:p>
            <a:endParaRPr lang="en-ZA" dirty="0"/>
          </a:p>
        </p:txBody>
      </p:sp>
    </p:spTree>
    <p:extLst>
      <p:ext uri="{BB962C8B-B14F-4D97-AF65-F5344CB8AC3E}">
        <p14:creationId xmlns:p14="http://schemas.microsoft.com/office/powerpoint/2010/main" val="36120651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5328F-526F-9896-E098-7A014EAD373C}"/>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F4563082-CA0F-934D-2C81-4D0A46D0243C}"/>
              </a:ext>
            </a:extLst>
          </p:cNvPr>
          <p:cNvSpPr>
            <a:spLocks noGrp="1"/>
          </p:cNvSpPr>
          <p:nvPr>
            <p:ph idx="1"/>
          </p:nvPr>
        </p:nvSpPr>
        <p:spPr/>
        <p:txBody>
          <a:bodyPr>
            <a:normAutofit fontScale="92500" lnSpcReduction="20000"/>
          </a:bodyPr>
          <a:lstStyle/>
          <a:p>
            <a:pPr marL="0" indent="0">
              <a:buNone/>
            </a:pPr>
            <a:r>
              <a:rPr lang="en-ZA" dirty="0"/>
              <a:t> </a:t>
            </a:r>
          </a:p>
          <a:p>
            <a:pPr marL="0" indent="0">
              <a:buNone/>
            </a:pPr>
            <a:r>
              <a:rPr lang="en-ZA" dirty="0"/>
              <a:t> </a:t>
            </a:r>
            <a:r>
              <a:rPr lang="en-ZA" b="1" dirty="0"/>
              <a:t>BILLING</a:t>
            </a:r>
            <a:endParaRPr lang="en-ZA" dirty="0"/>
          </a:p>
          <a:p>
            <a:pPr marL="0" indent="0">
              <a:buNone/>
            </a:pPr>
            <a:r>
              <a:rPr lang="en-ZA" dirty="0"/>
              <a:t>INSERT INTO BILLING</a:t>
            </a:r>
          </a:p>
          <a:p>
            <a:pPr marL="0" indent="0">
              <a:buNone/>
            </a:pPr>
            <a:r>
              <a:rPr lang="en-ZA" dirty="0"/>
              <a:t>VALUES ('B001','P001',1500.00,'Paid');</a:t>
            </a:r>
          </a:p>
          <a:p>
            <a:pPr marL="0" indent="0">
              <a:buNone/>
            </a:pPr>
            <a:r>
              <a:rPr lang="en-ZA" dirty="0"/>
              <a:t>INSERT INTO BILLING</a:t>
            </a:r>
          </a:p>
          <a:p>
            <a:pPr marL="0" indent="0">
              <a:buNone/>
            </a:pPr>
            <a:r>
              <a:rPr lang="en-ZA" dirty="0"/>
              <a:t>VALUES ('B002','P002',2200.00,'Pending');</a:t>
            </a:r>
          </a:p>
          <a:p>
            <a:pPr marL="0" indent="0">
              <a:buNone/>
            </a:pPr>
            <a:r>
              <a:rPr lang="en-ZA" dirty="0"/>
              <a:t>INSERT INTO BILLING</a:t>
            </a:r>
          </a:p>
          <a:p>
            <a:pPr marL="0" indent="0">
              <a:buNone/>
            </a:pPr>
            <a:r>
              <a:rPr lang="en-ZA" dirty="0"/>
              <a:t>VALUES ('B003','P003',1800.00,'Paid');</a:t>
            </a:r>
          </a:p>
          <a:p>
            <a:pPr marL="0" indent="0">
              <a:buNone/>
            </a:pPr>
            <a:r>
              <a:rPr lang="en-ZA" dirty="0"/>
              <a:t>INSERT INTO BILLING</a:t>
            </a:r>
          </a:p>
          <a:p>
            <a:pPr marL="0" indent="0">
              <a:buNone/>
            </a:pPr>
            <a:r>
              <a:rPr lang="en-ZA" dirty="0"/>
              <a:t>VALUES ('B004','P004',750.00,'Pending');</a:t>
            </a:r>
          </a:p>
          <a:p>
            <a:endParaRPr lang="en-ZA" dirty="0"/>
          </a:p>
        </p:txBody>
      </p:sp>
    </p:spTree>
    <p:extLst>
      <p:ext uri="{BB962C8B-B14F-4D97-AF65-F5344CB8AC3E}">
        <p14:creationId xmlns:p14="http://schemas.microsoft.com/office/powerpoint/2010/main" val="20363291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BF5C7-C410-3FA7-0D0C-7F3D39D0B67C}"/>
              </a:ext>
            </a:extLst>
          </p:cNvPr>
          <p:cNvSpPr>
            <a:spLocks noGrp="1"/>
          </p:cNvSpPr>
          <p:nvPr>
            <p:ph type="title"/>
          </p:nvPr>
        </p:nvSpPr>
        <p:spPr/>
        <p:txBody>
          <a:bodyPr/>
          <a:lstStyle/>
          <a:p>
            <a:r>
              <a:rPr lang="en-ZA" dirty="0"/>
              <a:t>SQL (Insert Values into Tables)</a:t>
            </a:r>
          </a:p>
        </p:txBody>
      </p:sp>
      <p:sp>
        <p:nvSpPr>
          <p:cNvPr id="3" name="Content Placeholder 2">
            <a:extLst>
              <a:ext uri="{FF2B5EF4-FFF2-40B4-BE49-F238E27FC236}">
                <a16:creationId xmlns:a16="http://schemas.microsoft.com/office/drawing/2014/main" id="{47997112-67FD-EE93-DE82-7B77E4BFECEF}"/>
              </a:ext>
            </a:extLst>
          </p:cNvPr>
          <p:cNvSpPr>
            <a:spLocks noGrp="1"/>
          </p:cNvSpPr>
          <p:nvPr>
            <p:ph idx="1"/>
          </p:nvPr>
        </p:nvSpPr>
        <p:spPr/>
        <p:txBody>
          <a:bodyPr/>
          <a:lstStyle/>
          <a:p>
            <a:pPr marL="0" indent="0">
              <a:buNone/>
            </a:pPr>
            <a:r>
              <a:rPr lang="en-ZA" dirty="0"/>
              <a:t>INSERT INTO BILLING</a:t>
            </a:r>
          </a:p>
          <a:p>
            <a:pPr marL="0" indent="0">
              <a:buNone/>
            </a:pPr>
            <a:r>
              <a:rPr lang="en-ZA" dirty="0"/>
              <a:t>VALUES ('B005','P005',3200.00,'Paid');</a:t>
            </a:r>
          </a:p>
          <a:p>
            <a:pPr marL="0" indent="0">
              <a:buNone/>
            </a:pPr>
            <a:r>
              <a:rPr lang="en-ZA" dirty="0"/>
              <a:t>INSERT INTO BILLING</a:t>
            </a:r>
          </a:p>
          <a:p>
            <a:pPr marL="0" indent="0">
              <a:buNone/>
            </a:pPr>
            <a:r>
              <a:rPr lang="en-ZA" dirty="0"/>
              <a:t>VALUES ('B006','P006',600.00,'Pending');</a:t>
            </a:r>
          </a:p>
          <a:p>
            <a:pPr marL="0" indent="0">
              <a:buNone/>
            </a:pPr>
            <a:r>
              <a:rPr lang="en-ZA" dirty="0"/>
              <a:t>INSERT INTO BILLING</a:t>
            </a:r>
          </a:p>
          <a:p>
            <a:pPr marL="0" indent="0">
              <a:buNone/>
            </a:pPr>
            <a:r>
              <a:rPr lang="en-ZA" dirty="0"/>
              <a:t>VALUES ('B007','P008',1250.00,'Overdue');</a:t>
            </a:r>
          </a:p>
          <a:p>
            <a:pPr marL="0" indent="0">
              <a:buNone/>
            </a:pPr>
            <a:r>
              <a:rPr lang="en-ZA" dirty="0"/>
              <a:t>INSERT INTO BILLING</a:t>
            </a:r>
          </a:p>
          <a:p>
            <a:pPr marL="0" indent="0">
              <a:buNone/>
            </a:pPr>
            <a:r>
              <a:rPr lang="en-ZA" dirty="0"/>
              <a:t>VALUES ('B008','P009',950.00,'Pending');</a:t>
            </a:r>
          </a:p>
          <a:p>
            <a:endParaRPr lang="en-ZA" dirty="0"/>
          </a:p>
        </p:txBody>
      </p:sp>
    </p:spTree>
    <p:extLst>
      <p:ext uri="{BB962C8B-B14F-4D97-AF65-F5344CB8AC3E}">
        <p14:creationId xmlns:p14="http://schemas.microsoft.com/office/powerpoint/2010/main" val="7675603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033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F9F385-EDFC-8BA1-48AA-22D4AC04657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6" name="Content Placeholder 5">
            <a:extLst>
              <a:ext uri="{FF2B5EF4-FFF2-40B4-BE49-F238E27FC236}">
                <a16:creationId xmlns:a16="http://schemas.microsoft.com/office/drawing/2014/main" id="{E3866627-D8F9-37DB-ED50-AA2685D8FF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44686" y="1082156"/>
            <a:ext cx="7482113" cy="4690299"/>
          </a:xfrm>
          <a:prstGeom prst="rect">
            <a:avLst/>
          </a:prstGeom>
        </p:spPr>
      </p:pic>
    </p:spTree>
    <p:extLst>
      <p:ext uri="{BB962C8B-B14F-4D97-AF65-F5344CB8AC3E}">
        <p14:creationId xmlns:p14="http://schemas.microsoft.com/office/powerpoint/2010/main" val="926981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033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9FE5E-9A78-DFED-1EF2-734410EA678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AE4AE7CD-712C-04C2-2F95-A83BF97D0A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6528" y="961812"/>
            <a:ext cx="7172343" cy="5417217"/>
          </a:xfrm>
          <a:prstGeom prst="rect">
            <a:avLst/>
          </a:prstGeom>
        </p:spPr>
      </p:pic>
    </p:spTree>
    <p:extLst>
      <p:ext uri="{BB962C8B-B14F-4D97-AF65-F5344CB8AC3E}">
        <p14:creationId xmlns:p14="http://schemas.microsoft.com/office/powerpoint/2010/main" val="27556489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B2E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ABB471-17B9-B9A9-80AA-BEF296C9D13A}"/>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80C3CC52-1ECD-948C-79A8-3B0E058A59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92434" y="1603300"/>
            <a:ext cx="7834365" cy="4558014"/>
          </a:xfrm>
          <a:prstGeom prst="rect">
            <a:avLst/>
          </a:prstGeom>
        </p:spPr>
      </p:pic>
    </p:spTree>
    <p:extLst>
      <p:ext uri="{BB962C8B-B14F-4D97-AF65-F5344CB8AC3E}">
        <p14:creationId xmlns:p14="http://schemas.microsoft.com/office/powerpoint/2010/main" val="23908938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3A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28C5EA-DA21-ED99-8F3B-EC0F3E611B4C}"/>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C5F84F6E-2A04-B2F0-048B-008DB178AD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2074364"/>
            <a:ext cx="7188199" cy="2709274"/>
          </a:xfrm>
          <a:prstGeom prst="rect">
            <a:avLst/>
          </a:prstGeom>
        </p:spPr>
      </p:pic>
    </p:spTree>
    <p:extLst>
      <p:ext uri="{BB962C8B-B14F-4D97-AF65-F5344CB8AC3E}">
        <p14:creationId xmlns:p14="http://schemas.microsoft.com/office/powerpoint/2010/main" val="34526549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032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533F3-815C-9B62-C6EB-D79496D05FB1}"/>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9" name="Content Placeholder 8">
            <a:extLst>
              <a:ext uri="{FF2B5EF4-FFF2-40B4-BE49-F238E27FC236}">
                <a16:creationId xmlns:a16="http://schemas.microsoft.com/office/drawing/2014/main" id="{8D75DC3F-9C1D-8CA1-0411-9192B9073B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349829"/>
            <a:ext cx="7188199" cy="4332514"/>
          </a:xfrm>
          <a:prstGeom prst="rect">
            <a:avLst/>
          </a:prstGeom>
        </p:spPr>
      </p:pic>
    </p:spTree>
    <p:extLst>
      <p:ext uri="{BB962C8B-B14F-4D97-AF65-F5344CB8AC3E}">
        <p14:creationId xmlns:p14="http://schemas.microsoft.com/office/powerpoint/2010/main" val="37805727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B3A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43E790-656D-82BE-C995-9F2D4E71176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17" name="Content Placeholder 16">
            <a:extLst>
              <a:ext uri="{FF2B5EF4-FFF2-40B4-BE49-F238E27FC236}">
                <a16:creationId xmlns:a16="http://schemas.microsoft.com/office/drawing/2014/main" id="{C02E6C88-BF16-3BAE-37BC-B64C4FEA32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0514" y="1371600"/>
            <a:ext cx="7032171" cy="4201886"/>
          </a:xfrm>
          <a:prstGeom prst="rect">
            <a:avLst/>
          </a:prstGeom>
        </p:spPr>
      </p:pic>
    </p:spTree>
    <p:extLst>
      <p:ext uri="{BB962C8B-B14F-4D97-AF65-F5344CB8AC3E}">
        <p14:creationId xmlns:p14="http://schemas.microsoft.com/office/powerpoint/2010/main" val="28591393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22F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865A22-0209-5549-FBD2-383B03992BDF}"/>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68A4E46B-6637-F3E5-E57D-E95A0F0D2A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301112"/>
            <a:ext cx="7188199" cy="4252387"/>
          </a:xfrm>
          <a:prstGeom prst="rect">
            <a:avLst/>
          </a:prstGeom>
        </p:spPr>
      </p:pic>
    </p:spTree>
    <p:extLst>
      <p:ext uri="{BB962C8B-B14F-4D97-AF65-F5344CB8AC3E}">
        <p14:creationId xmlns:p14="http://schemas.microsoft.com/office/powerpoint/2010/main" val="13741474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E31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8E7EEF-DC51-B756-345D-0E8EAB906EB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SQL (Query Results From Oracle LiveSql)</a:t>
            </a:r>
            <a:br>
              <a:rPr lang="en-US" sz="2600" kern="1200">
                <a:solidFill>
                  <a:srgbClr val="FFFFFF"/>
                </a:solidFill>
                <a:latin typeface="+mj-lt"/>
                <a:ea typeface="+mj-ea"/>
                <a:cs typeface="+mj-cs"/>
              </a:rPr>
            </a:br>
            <a:r>
              <a:rPr lang="en-US" sz="26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F47127D2-C313-173E-71B0-95DB96B080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24834" y="1872858"/>
            <a:ext cx="7901966" cy="3417599"/>
          </a:xfrm>
          <a:prstGeom prst="rect">
            <a:avLst/>
          </a:prstGeom>
        </p:spPr>
      </p:pic>
    </p:spTree>
    <p:extLst>
      <p:ext uri="{BB962C8B-B14F-4D97-AF65-F5344CB8AC3E}">
        <p14:creationId xmlns:p14="http://schemas.microsoft.com/office/powerpoint/2010/main" val="31674605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B47D798-1045-AF71-B884-DD8712CB553B}"/>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SQL (Query Results From Oracle LiveSql)</a:t>
            </a:r>
            <a:br>
              <a:rPr lang="en-US" sz="4000" kern="1200">
                <a:solidFill>
                  <a:srgbClr val="FFFFFF"/>
                </a:solidFill>
                <a:latin typeface="+mj-lt"/>
                <a:ea typeface="+mj-ea"/>
                <a:cs typeface="+mj-cs"/>
              </a:rPr>
            </a:br>
            <a:r>
              <a:rPr lang="en-US" sz="40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BC6CAC3D-5749-6FC6-C9DC-9EC2EC2E19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746441"/>
            <a:ext cx="7225748" cy="5365117"/>
          </a:xfrm>
          <a:prstGeom prst="rect">
            <a:avLst/>
          </a:prstGeom>
        </p:spPr>
      </p:pic>
    </p:spTree>
    <p:extLst>
      <p:ext uri="{BB962C8B-B14F-4D97-AF65-F5344CB8AC3E}">
        <p14:creationId xmlns:p14="http://schemas.microsoft.com/office/powerpoint/2010/main" val="33015191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891CA7A-2381-E523-D502-0A0F9A0D7F3A}"/>
              </a:ext>
            </a:extLst>
          </p:cNvPr>
          <p:cNvSpPr>
            <a:spLocks noGrp="1"/>
          </p:cNvSpPr>
          <p:nvPr>
            <p:ph type="title"/>
          </p:nvPr>
        </p:nvSpPr>
        <p:spPr>
          <a:xfrm>
            <a:off x="660041" y="2767106"/>
            <a:ext cx="2880828" cy="3071906"/>
          </a:xfrm>
        </p:spPr>
        <p:txBody>
          <a:bodyPr vert="horz" lIns="91440" tIns="45720" rIns="91440" bIns="45720" rtlCol="0">
            <a:normAutofit/>
          </a:bodyPr>
          <a:lstStyle/>
          <a:p>
            <a:r>
              <a:rPr lang="en-US" sz="4000" kern="1200">
                <a:solidFill>
                  <a:srgbClr val="FFFFFF"/>
                </a:solidFill>
                <a:latin typeface="+mj-lt"/>
                <a:ea typeface="+mj-ea"/>
                <a:cs typeface="+mj-cs"/>
              </a:rPr>
              <a:t>SQL (Query Results From Oracle LiveSql)</a:t>
            </a:r>
            <a:br>
              <a:rPr lang="en-US" sz="4000" kern="1200">
                <a:solidFill>
                  <a:srgbClr val="FFFFFF"/>
                </a:solidFill>
                <a:latin typeface="+mj-lt"/>
                <a:ea typeface="+mj-ea"/>
                <a:cs typeface="+mj-cs"/>
              </a:rPr>
            </a:br>
            <a:r>
              <a:rPr lang="en-US" sz="4000" kern="1200">
                <a:solidFill>
                  <a:srgbClr val="FFFFFF"/>
                </a:solidFill>
                <a:latin typeface="+mj-lt"/>
                <a:ea typeface="+mj-ea"/>
                <a:cs typeface="+mj-cs"/>
              </a:rPr>
              <a:t>(screenshot)</a:t>
            </a:r>
          </a:p>
        </p:txBody>
      </p:sp>
      <p:pic>
        <p:nvPicPr>
          <p:cNvPr id="5" name="Content Placeholder 4">
            <a:extLst>
              <a:ext uri="{FF2B5EF4-FFF2-40B4-BE49-F238E27FC236}">
                <a16:creationId xmlns:a16="http://schemas.microsoft.com/office/drawing/2014/main" id="{C004D6ED-20AB-CEF1-B7C2-532F96E481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1252243"/>
            <a:ext cx="7225748" cy="5105014"/>
          </a:xfrm>
          <a:prstGeom prst="rect">
            <a:avLst/>
          </a:prstGeom>
        </p:spPr>
      </p:pic>
    </p:spTree>
    <p:extLst>
      <p:ext uri="{BB962C8B-B14F-4D97-AF65-F5344CB8AC3E}">
        <p14:creationId xmlns:p14="http://schemas.microsoft.com/office/powerpoint/2010/main" val="26567761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7CEE65-62E9-CA6B-4793-65FB57D11354}"/>
              </a:ext>
            </a:extLst>
          </p:cNvPr>
          <p:cNvSpPr>
            <a:spLocks noGrp="1"/>
          </p:cNvSpPr>
          <p:nvPr>
            <p:ph type="title"/>
          </p:nvPr>
        </p:nvSpPr>
        <p:spPr>
          <a:xfrm>
            <a:off x="1123356" y="1188637"/>
            <a:ext cx="9984615" cy="1597228"/>
          </a:xfrm>
        </p:spPr>
        <p:txBody>
          <a:bodyPr>
            <a:normAutofit/>
          </a:bodyPr>
          <a:lstStyle/>
          <a:p>
            <a:r>
              <a:rPr lang="en-ZA" sz="5100"/>
              <a:t>SQL (Sample Outcomes)</a:t>
            </a:r>
            <a:br>
              <a:rPr lang="en-ZA" sz="5100"/>
            </a:br>
            <a:r>
              <a:rPr lang="en-ZA" sz="5100"/>
              <a:t>(screenshot)</a:t>
            </a:r>
          </a:p>
        </p:txBody>
      </p:sp>
      <p:pic>
        <p:nvPicPr>
          <p:cNvPr id="4" name="Picture 3">
            <a:extLst>
              <a:ext uri="{FF2B5EF4-FFF2-40B4-BE49-F238E27FC236}">
                <a16:creationId xmlns:a16="http://schemas.microsoft.com/office/drawing/2014/main" id="{510FE148-F089-B4F1-3267-3D6B1A5016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357" y="3816003"/>
            <a:ext cx="3648813" cy="1169654"/>
          </a:xfrm>
          <a:prstGeom prst="rect">
            <a:avLst/>
          </a:prstGeom>
        </p:spPr>
      </p:pic>
      <p:sp>
        <p:nvSpPr>
          <p:cNvPr id="3" name="Content Placeholder 2">
            <a:extLst>
              <a:ext uri="{FF2B5EF4-FFF2-40B4-BE49-F238E27FC236}">
                <a16:creationId xmlns:a16="http://schemas.microsoft.com/office/drawing/2014/main" id="{CBC4A61C-5A47-1B29-C29F-BDC464CBF851}"/>
              </a:ext>
            </a:extLst>
          </p:cNvPr>
          <p:cNvSpPr>
            <a:spLocks noGrp="1"/>
          </p:cNvSpPr>
          <p:nvPr>
            <p:ph idx="1"/>
          </p:nvPr>
        </p:nvSpPr>
        <p:spPr>
          <a:xfrm>
            <a:off x="5255260" y="2998278"/>
            <a:ext cx="4238257" cy="2728198"/>
          </a:xfrm>
        </p:spPr>
        <p:txBody>
          <a:bodyPr>
            <a:normAutofit/>
          </a:bodyPr>
          <a:lstStyle/>
          <a:p>
            <a:pPr marL="0" indent="0">
              <a:buNone/>
            </a:pPr>
            <a:r>
              <a:rPr lang="en-ZA" sz="2000" b="1"/>
              <a:t>Total Number of Registered Patients</a:t>
            </a:r>
            <a:endParaRPr lang="en-ZA" sz="2000"/>
          </a:p>
          <a:p>
            <a:pPr marL="0" indent="0">
              <a:buNone/>
            </a:pPr>
            <a:r>
              <a:rPr lang="en-ZA" sz="2000"/>
              <a:t>SQL</a:t>
            </a:r>
          </a:p>
          <a:p>
            <a:pPr marL="0" indent="0">
              <a:buNone/>
            </a:pPr>
            <a:r>
              <a:rPr lang="en-ZA" sz="2000"/>
              <a:t>SELECT COUNT(*) AS total_patients</a:t>
            </a:r>
          </a:p>
          <a:p>
            <a:pPr marL="0" indent="0">
              <a:buNone/>
            </a:pPr>
            <a:r>
              <a:rPr lang="en-ZA" sz="2000"/>
              <a:t>FROM PATIENTS;</a:t>
            </a:r>
          </a:p>
          <a:p>
            <a:endParaRPr lang="en-ZA" sz="2000"/>
          </a:p>
        </p:txBody>
      </p:sp>
    </p:spTree>
    <p:extLst>
      <p:ext uri="{BB962C8B-B14F-4D97-AF65-F5344CB8AC3E}">
        <p14:creationId xmlns:p14="http://schemas.microsoft.com/office/powerpoint/2010/main" val="30651051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575BB-B074-4F09-E131-8E564CFBAFEC}"/>
              </a:ext>
            </a:extLst>
          </p:cNvPr>
          <p:cNvSpPr>
            <a:spLocks noGrp="1"/>
          </p:cNvSpPr>
          <p:nvPr>
            <p:ph type="title"/>
          </p:nvPr>
        </p:nvSpPr>
        <p:spPr/>
        <p:txBody>
          <a:bodyPr/>
          <a:lstStyle/>
          <a:p>
            <a:r>
              <a:rPr lang="en-ZA" dirty="0"/>
              <a:t>SQL (Sample Outcomes)</a:t>
            </a:r>
            <a:br>
              <a:rPr lang="en-ZA" dirty="0"/>
            </a:br>
            <a:r>
              <a:rPr lang="en-ZA" sz="2800" dirty="0"/>
              <a:t>(screenshot)</a:t>
            </a:r>
            <a:endParaRPr lang="en-ZA" dirty="0"/>
          </a:p>
        </p:txBody>
      </p:sp>
      <p:sp>
        <p:nvSpPr>
          <p:cNvPr id="3" name="Content Placeholder 2">
            <a:extLst>
              <a:ext uri="{FF2B5EF4-FFF2-40B4-BE49-F238E27FC236}">
                <a16:creationId xmlns:a16="http://schemas.microsoft.com/office/drawing/2014/main" id="{6FCBF017-819C-581B-34C1-07A239F88923}"/>
              </a:ext>
            </a:extLst>
          </p:cNvPr>
          <p:cNvSpPr>
            <a:spLocks noGrp="1"/>
          </p:cNvSpPr>
          <p:nvPr>
            <p:ph idx="1"/>
          </p:nvPr>
        </p:nvSpPr>
        <p:spPr/>
        <p:txBody>
          <a:bodyPr/>
          <a:lstStyle/>
          <a:p>
            <a:pPr marL="0" indent="0">
              <a:buNone/>
            </a:pPr>
            <a:r>
              <a:rPr lang="en-ZA" sz="1600" b="1" dirty="0"/>
              <a:t> Available Rooms</a:t>
            </a:r>
            <a:endParaRPr lang="en-ZA" sz="1600" dirty="0"/>
          </a:p>
          <a:p>
            <a:pPr marL="0" indent="0">
              <a:buNone/>
            </a:pPr>
            <a:r>
              <a:rPr lang="en-ZA" sz="1200" dirty="0"/>
              <a:t>SQL</a:t>
            </a:r>
          </a:p>
          <a:p>
            <a:pPr marL="0" indent="0">
              <a:buNone/>
            </a:pPr>
            <a:r>
              <a:rPr lang="en-ZA" sz="1200" dirty="0"/>
              <a:t>SELECT </a:t>
            </a:r>
            <a:r>
              <a:rPr lang="en-ZA" sz="1200" dirty="0" err="1"/>
              <a:t>room_id</a:t>
            </a:r>
            <a:r>
              <a:rPr lang="en-ZA" sz="1200" dirty="0"/>
              <a:t>, </a:t>
            </a:r>
            <a:r>
              <a:rPr lang="en-ZA" sz="1200" dirty="0" err="1"/>
              <a:t>room_number</a:t>
            </a:r>
            <a:endParaRPr lang="en-ZA" sz="1200" dirty="0"/>
          </a:p>
          <a:p>
            <a:pPr marL="0" indent="0">
              <a:buNone/>
            </a:pPr>
            <a:r>
              <a:rPr lang="en-ZA" sz="1200" dirty="0"/>
              <a:t>FROM ROOMS</a:t>
            </a:r>
          </a:p>
          <a:p>
            <a:pPr marL="0" indent="0">
              <a:buNone/>
            </a:pPr>
            <a:r>
              <a:rPr lang="en-ZA" sz="1200" dirty="0"/>
              <a:t>WHERE </a:t>
            </a:r>
            <a:r>
              <a:rPr lang="en-ZA" sz="1200" dirty="0" err="1"/>
              <a:t>room_availability</a:t>
            </a:r>
            <a:r>
              <a:rPr lang="en-ZA" sz="1200" dirty="0"/>
              <a:t> = 'Available';</a:t>
            </a:r>
          </a:p>
          <a:p>
            <a:endParaRPr lang="en-ZA" dirty="0"/>
          </a:p>
        </p:txBody>
      </p:sp>
      <p:pic>
        <p:nvPicPr>
          <p:cNvPr id="5" name="Picture 4">
            <a:extLst>
              <a:ext uri="{FF2B5EF4-FFF2-40B4-BE49-F238E27FC236}">
                <a16:creationId xmlns:a16="http://schemas.microsoft.com/office/drawing/2014/main" id="{E0AF41A9-EFDF-F078-F40C-4AE698BCE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44378"/>
            <a:ext cx="5869299" cy="1613422"/>
          </a:xfrm>
          <a:prstGeom prst="rect">
            <a:avLst/>
          </a:prstGeom>
        </p:spPr>
      </p:pic>
    </p:spTree>
    <p:extLst>
      <p:ext uri="{BB962C8B-B14F-4D97-AF65-F5344CB8AC3E}">
        <p14:creationId xmlns:p14="http://schemas.microsoft.com/office/powerpoint/2010/main" val="42901788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85A21EC-2761-E109-8109-0342C284DDC4}"/>
              </a:ext>
            </a:extLst>
          </p:cNvPr>
          <p:cNvSpPr>
            <a:spLocks noGrp="1"/>
          </p:cNvSpPr>
          <p:nvPr>
            <p:ph type="title"/>
          </p:nvPr>
        </p:nvSpPr>
        <p:spPr>
          <a:xfrm>
            <a:off x="838201" y="3998018"/>
            <a:ext cx="3981854" cy="2216513"/>
          </a:xfrm>
        </p:spPr>
        <p:txBody>
          <a:bodyPr>
            <a:normAutofit/>
          </a:bodyPr>
          <a:lstStyle/>
          <a:p>
            <a:r>
              <a:rPr lang="en-ZA" dirty="0"/>
              <a:t>SQL (Sample Outcomes)</a:t>
            </a:r>
            <a:br>
              <a:rPr lang="en-ZA" dirty="0"/>
            </a:br>
            <a:r>
              <a:rPr lang="en-ZA" dirty="0"/>
              <a:t>(screenshot)</a:t>
            </a:r>
          </a:p>
        </p:txBody>
      </p:sp>
      <p:sp>
        <p:nvSpPr>
          <p:cNvPr id="26" name="Arc 25">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8A27B422-9224-9FFA-9104-E63E7502DD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5886" y="704504"/>
            <a:ext cx="8120228"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9" name="Content Placeholder 8">
            <a:extLst>
              <a:ext uri="{FF2B5EF4-FFF2-40B4-BE49-F238E27FC236}">
                <a16:creationId xmlns:a16="http://schemas.microsoft.com/office/drawing/2014/main" id="{20F78A51-633B-551F-97BA-289F544815AB}"/>
              </a:ext>
            </a:extLst>
          </p:cNvPr>
          <p:cNvSpPr>
            <a:spLocks noGrp="1"/>
          </p:cNvSpPr>
          <p:nvPr>
            <p:ph idx="1"/>
          </p:nvPr>
        </p:nvSpPr>
        <p:spPr>
          <a:xfrm>
            <a:off x="4970835" y="3998019"/>
            <a:ext cx="6382966" cy="2655334"/>
          </a:xfrm>
        </p:spPr>
        <p:txBody>
          <a:bodyPr anchor="t">
            <a:normAutofit/>
          </a:bodyPr>
          <a:lstStyle/>
          <a:p>
            <a:pPr marL="0" indent="0">
              <a:buNone/>
            </a:pPr>
            <a:r>
              <a:rPr lang="en-ZA" sz="1500" b="1" dirty="0"/>
              <a:t>Number of Admissions per Ward</a:t>
            </a:r>
            <a:endParaRPr lang="en-ZA" sz="1500" dirty="0"/>
          </a:p>
          <a:p>
            <a:pPr marL="0" indent="0">
              <a:buNone/>
            </a:pPr>
            <a:r>
              <a:rPr lang="en-ZA" sz="1100" dirty="0"/>
              <a:t>SQL</a:t>
            </a:r>
          </a:p>
          <a:p>
            <a:pPr marL="0" indent="0">
              <a:buNone/>
            </a:pPr>
            <a:r>
              <a:rPr lang="en-ZA" sz="1100" dirty="0"/>
              <a:t>SELECT </a:t>
            </a:r>
            <a:r>
              <a:rPr lang="en-ZA" sz="1100" dirty="0" err="1"/>
              <a:t>w.ward_name</a:t>
            </a:r>
            <a:r>
              <a:rPr lang="en-ZA" sz="1100" dirty="0"/>
              <a:t>,</a:t>
            </a:r>
          </a:p>
          <a:p>
            <a:pPr marL="0" indent="0">
              <a:buNone/>
            </a:pPr>
            <a:r>
              <a:rPr lang="en-ZA" sz="1100" dirty="0"/>
              <a:t>COUNT(</a:t>
            </a:r>
            <a:r>
              <a:rPr lang="en-ZA" sz="1100" dirty="0" err="1"/>
              <a:t>a.admission_id</a:t>
            </a:r>
            <a:r>
              <a:rPr lang="en-ZA" sz="1100" dirty="0"/>
              <a:t>) </a:t>
            </a:r>
            <a:r>
              <a:rPr lang="en-ZA" sz="1100" dirty="0" err="1"/>
              <a:t>total_admissions</a:t>
            </a:r>
            <a:endParaRPr lang="en-ZA" sz="1100" dirty="0"/>
          </a:p>
          <a:p>
            <a:pPr marL="0" indent="0">
              <a:buNone/>
            </a:pPr>
            <a:r>
              <a:rPr lang="en-ZA" sz="1100" dirty="0"/>
              <a:t>FROM WARD w</a:t>
            </a:r>
          </a:p>
          <a:p>
            <a:pPr marL="0" indent="0">
              <a:buNone/>
            </a:pPr>
            <a:r>
              <a:rPr lang="en-ZA" sz="1100" dirty="0"/>
              <a:t>JOIN ROOMS r ON </a:t>
            </a:r>
            <a:r>
              <a:rPr lang="en-ZA" sz="1100" dirty="0" err="1"/>
              <a:t>w.ward_id</a:t>
            </a:r>
            <a:r>
              <a:rPr lang="en-ZA" sz="1100" dirty="0"/>
              <a:t> = </a:t>
            </a:r>
            <a:r>
              <a:rPr lang="en-ZA" sz="1100" dirty="0" err="1"/>
              <a:t>r.ward_id</a:t>
            </a:r>
            <a:endParaRPr lang="en-ZA" sz="1100" dirty="0"/>
          </a:p>
          <a:p>
            <a:pPr marL="0" indent="0">
              <a:buNone/>
            </a:pPr>
            <a:r>
              <a:rPr lang="en-ZA" sz="1100" dirty="0"/>
              <a:t>JOIN ADMISSIONS a ON </a:t>
            </a:r>
            <a:r>
              <a:rPr lang="en-ZA" sz="1100" dirty="0" err="1"/>
              <a:t>r.room_id</a:t>
            </a:r>
            <a:r>
              <a:rPr lang="en-ZA" sz="1100" dirty="0"/>
              <a:t> = </a:t>
            </a:r>
            <a:r>
              <a:rPr lang="en-ZA" sz="1100" dirty="0" err="1"/>
              <a:t>a.room_id</a:t>
            </a:r>
            <a:endParaRPr lang="en-ZA" sz="1100" dirty="0"/>
          </a:p>
          <a:p>
            <a:pPr marL="0" indent="0">
              <a:buNone/>
            </a:pPr>
            <a:r>
              <a:rPr lang="en-ZA" sz="1100" dirty="0"/>
              <a:t>GROUP BY </a:t>
            </a:r>
            <a:r>
              <a:rPr lang="en-ZA" sz="1100" dirty="0" err="1"/>
              <a:t>w.ward_name</a:t>
            </a:r>
            <a:r>
              <a:rPr lang="en-ZA" sz="1100" dirty="0"/>
              <a:t>;</a:t>
            </a:r>
          </a:p>
          <a:p>
            <a:endParaRPr lang="en-US" sz="1100" dirty="0"/>
          </a:p>
        </p:txBody>
      </p:sp>
    </p:spTree>
    <p:extLst>
      <p:ext uri="{BB962C8B-B14F-4D97-AF65-F5344CB8AC3E}">
        <p14:creationId xmlns:p14="http://schemas.microsoft.com/office/powerpoint/2010/main" val="5543359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8E1D0F-6EC0-E5A0-D45B-5CACD3203AE5}"/>
              </a:ext>
            </a:extLst>
          </p:cNvPr>
          <p:cNvSpPr>
            <a:spLocks noGrp="1"/>
          </p:cNvSpPr>
          <p:nvPr>
            <p:ph type="title"/>
          </p:nvPr>
        </p:nvSpPr>
        <p:spPr>
          <a:xfrm>
            <a:off x="818984" y="4230093"/>
            <a:ext cx="4150581" cy="1800165"/>
          </a:xfrm>
        </p:spPr>
        <p:txBody>
          <a:bodyPr>
            <a:normAutofit/>
          </a:bodyPr>
          <a:lstStyle/>
          <a:p>
            <a:pPr algn="r"/>
            <a:r>
              <a:rPr lang="en-ZA" sz="4000"/>
              <a:t>SQL (Sample Outcomes)</a:t>
            </a:r>
            <a:br>
              <a:rPr lang="en-ZA" sz="4000"/>
            </a:br>
            <a:r>
              <a:rPr lang="en-ZA" sz="4000"/>
              <a:t>(screenshot)</a:t>
            </a:r>
          </a:p>
        </p:txBody>
      </p:sp>
      <p:pic>
        <p:nvPicPr>
          <p:cNvPr id="1025" name="Picture 14">
            <a:extLst>
              <a:ext uri="{FF2B5EF4-FFF2-40B4-BE49-F238E27FC236}">
                <a16:creationId xmlns:a16="http://schemas.microsoft.com/office/drawing/2014/main" id="{7D01461A-D2D1-0BE9-93D7-97A7DAC39C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592" y="778465"/>
            <a:ext cx="11139778" cy="281279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80D309B-1728-CA98-EFA8-91642705F785}"/>
              </a:ext>
            </a:extLst>
          </p:cNvPr>
          <p:cNvSpPr>
            <a:spLocks noGrp="1"/>
          </p:cNvSpPr>
          <p:nvPr>
            <p:ph idx="1"/>
          </p:nvPr>
        </p:nvSpPr>
        <p:spPr>
          <a:xfrm>
            <a:off x="5246415" y="4230094"/>
            <a:ext cx="6235268" cy="1800164"/>
          </a:xfrm>
        </p:spPr>
        <p:txBody>
          <a:bodyPr>
            <a:normAutofit lnSpcReduction="10000"/>
          </a:bodyPr>
          <a:lstStyle/>
          <a:p>
            <a:pPr marL="0" marR="0" lvl="0" indent="0" defTabSz="914400" rtl="0" eaLnBrk="0" fontAlgn="base" latinLnBrk="0" hangingPunct="0">
              <a:spcBef>
                <a:spcPct val="0"/>
              </a:spcBef>
              <a:spcAft>
                <a:spcPts val="600"/>
              </a:spcAft>
              <a:buClrTx/>
              <a:buSzTx/>
              <a:buFontTx/>
              <a:buNone/>
              <a:tabLst/>
            </a:pPr>
            <a:r>
              <a:rPr kumimoji="0" lang="en-ZA" altLang="en-US" sz="1500" b="1"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Patients Currently Admitted</a:t>
            </a:r>
            <a:endParaRPr kumimoji="0" lang="en-ZA" altLang="en-US" sz="15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SQL</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SELECT </a:t>
            </a: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p.patient_id</a:t>
            </a: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p.first_name</a:t>
            </a: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p.last_name</a:t>
            </a: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a.room_id</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FROM PATIENTS p</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JOIN ADMISSIONS a</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ON </a:t>
            </a: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p.patient_id</a:t>
            </a: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 = </a:t>
            </a:r>
            <a:r>
              <a:rPr kumimoji="0" lang="en-ZA" altLang="en-US" sz="800" b="0" i="0" u="none" strike="noStrike" cap="none" normalizeH="0" baseline="0" dirty="0" err="1">
                <a:ln>
                  <a:noFill/>
                </a:ln>
                <a:effectLst/>
                <a:latin typeface="Aptos" panose="020B0004020202020204" pitchFamily="34" charset="0"/>
                <a:ea typeface="Aptos" panose="020B0004020202020204" pitchFamily="34" charset="0"/>
                <a:cs typeface="Times New Roman" panose="02020603050405020304" pitchFamily="18" charset="0"/>
              </a:rPr>
              <a:t>a.patient_id</a:t>
            </a:r>
            <a:r>
              <a:rPr kumimoji="0" lang="en-ZA" altLang="en-US" sz="800"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a:t>
            </a:r>
            <a:endParaRPr kumimoji="0" lang="en-ZA" altLang="en-US" sz="800"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ZA" altLang="en-US" sz="800" b="0" i="0" u="none" strike="noStrike" cap="none" normalizeH="0" baseline="0" dirty="0">
              <a:ln>
                <a:noFill/>
              </a:ln>
              <a:effectLst/>
              <a:latin typeface="Arial" panose="020B0604020202020204" pitchFamily="34" charset="0"/>
            </a:endParaRPr>
          </a:p>
        </p:txBody>
      </p:sp>
      <p:sp>
        <p:nvSpPr>
          <p:cNvPr id="1032" name="Rectangle 103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19118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0" name="Rectangle 205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C11848-3939-A53D-E0C4-D578A0B56CF2}"/>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kern="1200">
                <a:solidFill>
                  <a:schemeClr val="tx1"/>
                </a:solidFill>
                <a:latin typeface="+mj-lt"/>
                <a:ea typeface="+mj-ea"/>
                <a:cs typeface="+mj-cs"/>
              </a:rPr>
              <a:t>SQL (Sample Outcomes)</a:t>
            </a:r>
            <a:br>
              <a:rPr lang="en-US" sz="3800" kern="1200">
                <a:solidFill>
                  <a:schemeClr val="tx1"/>
                </a:solidFill>
                <a:latin typeface="+mj-lt"/>
                <a:ea typeface="+mj-ea"/>
                <a:cs typeface="+mj-cs"/>
              </a:rPr>
            </a:br>
            <a:r>
              <a:rPr lang="en-US" sz="3800" kern="1200">
                <a:solidFill>
                  <a:schemeClr val="tx1"/>
                </a:solidFill>
                <a:latin typeface="+mj-lt"/>
                <a:ea typeface="+mj-ea"/>
                <a:cs typeface="+mj-cs"/>
              </a:rPr>
              <a:t>(screenshot)</a:t>
            </a:r>
          </a:p>
        </p:txBody>
      </p:sp>
      <p:sp>
        <p:nvSpPr>
          <p:cNvPr id="206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9">
            <a:extLst>
              <a:ext uri="{FF2B5EF4-FFF2-40B4-BE49-F238E27FC236}">
                <a16:creationId xmlns:a16="http://schemas.microsoft.com/office/drawing/2014/main" id="{E1C32C89-7A32-D795-2837-69743AF4157A}"/>
              </a:ext>
            </a:extLst>
          </p:cNvPr>
          <p:cNvSpPr>
            <a:spLocks noChangeArrowheads="1"/>
          </p:cNvSpPr>
          <p:nvPr/>
        </p:nvSpPr>
        <p:spPr bwMode="auto">
          <a:xfrm>
            <a:off x="630936" y="2807208"/>
            <a:ext cx="3429000"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1500" b="1" i="0" u="none" strike="noStrike" cap="none" normalizeH="0" baseline="0" dirty="0">
                <a:ln>
                  <a:noFill/>
                </a:ln>
                <a:effectLst/>
              </a:rPr>
              <a:t>Number of Admissions per Ward</a:t>
            </a:r>
            <a:endParaRPr kumimoji="0" lang="en-US" altLang="en-US" sz="15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SQL</a:t>
            </a: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SELECT </a:t>
            </a:r>
            <a:r>
              <a:rPr kumimoji="0" lang="en-US" altLang="en-US" sz="1500" b="0" i="0" u="none" strike="noStrike" cap="none" normalizeH="0" baseline="0" dirty="0" err="1">
                <a:ln>
                  <a:noFill/>
                </a:ln>
                <a:effectLst/>
              </a:rPr>
              <a:t>w.ward_name</a:t>
            </a:r>
            <a:r>
              <a:rPr kumimoji="0" lang="en-US" altLang="en-US" sz="1500" b="0" i="0" u="none" strike="noStrike" cap="none" normalizeH="0" baseline="0" dirty="0">
                <a:ln>
                  <a:noFill/>
                </a:ln>
                <a:effectLst/>
              </a:rPr>
              <a:t>,</a:t>
            </a: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COUNT(</a:t>
            </a:r>
            <a:r>
              <a:rPr kumimoji="0" lang="en-US" altLang="en-US" sz="1500" b="0" i="0" u="none" strike="noStrike" cap="none" normalizeH="0" baseline="0" dirty="0" err="1">
                <a:ln>
                  <a:noFill/>
                </a:ln>
                <a:effectLst/>
              </a:rPr>
              <a:t>a.admission_id</a:t>
            </a:r>
            <a:r>
              <a:rPr kumimoji="0" lang="en-US" altLang="en-US" sz="1500" b="0" i="0" u="none" strike="noStrike" cap="none" normalizeH="0" baseline="0" dirty="0">
                <a:ln>
                  <a:noFill/>
                </a:ln>
                <a:effectLst/>
              </a:rPr>
              <a:t>) </a:t>
            </a:r>
            <a:r>
              <a:rPr kumimoji="0" lang="en-US" altLang="en-US" sz="1500" b="0" i="0" u="none" strike="noStrike" cap="none" normalizeH="0" baseline="0" dirty="0" err="1">
                <a:ln>
                  <a:noFill/>
                </a:ln>
                <a:effectLst/>
              </a:rPr>
              <a:t>total_admissions</a:t>
            </a:r>
            <a:endParaRPr kumimoji="0" lang="en-US" altLang="en-US" sz="15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FROM WARD w</a:t>
            </a: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JOIN ROOMS r ON </a:t>
            </a:r>
            <a:r>
              <a:rPr kumimoji="0" lang="en-US" altLang="en-US" sz="1500" b="0" i="0" u="none" strike="noStrike" cap="none" normalizeH="0" baseline="0" dirty="0" err="1">
                <a:ln>
                  <a:noFill/>
                </a:ln>
                <a:effectLst/>
              </a:rPr>
              <a:t>w.ward_id</a:t>
            </a:r>
            <a:r>
              <a:rPr kumimoji="0" lang="en-US" altLang="en-US" sz="1500" b="0" i="0" u="none" strike="noStrike" cap="none" normalizeH="0" baseline="0" dirty="0">
                <a:ln>
                  <a:noFill/>
                </a:ln>
                <a:effectLst/>
              </a:rPr>
              <a:t> = </a:t>
            </a:r>
            <a:r>
              <a:rPr kumimoji="0" lang="en-US" altLang="en-US" sz="1500" b="0" i="0" u="none" strike="noStrike" cap="none" normalizeH="0" baseline="0" dirty="0" err="1">
                <a:ln>
                  <a:noFill/>
                </a:ln>
                <a:effectLst/>
              </a:rPr>
              <a:t>r.ward_id</a:t>
            </a:r>
            <a:endParaRPr kumimoji="0" lang="en-US" altLang="en-US" sz="1500" b="0"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sz="1500" b="0" i="0" u="none" strike="noStrike" cap="none" normalizeH="0" baseline="0" dirty="0">
                <a:ln>
                  <a:noFill/>
                </a:ln>
                <a:effectLst/>
              </a:rPr>
              <a:t>JOIN ADMISSIONS a ON </a:t>
            </a:r>
            <a:r>
              <a:rPr kumimoji="0" lang="en-US" altLang="en-US" sz="1500" b="0" i="0" u="none" strike="noStrike" cap="none" normalizeH="0" baseline="0" dirty="0" err="1">
                <a:ln>
                  <a:noFill/>
                </a:ln>
                <a:effectLst/>
              </a:rPr>
              <a:t>r.room_id</a:t>
            </a:r>
            <a:r>
              <a:rPr kumimoji="0" lang="en-US" altLang="en-US" sz="1500" b="0" i="0" u="none" strike="noStrike" cap="none" normalizeH="0" baseline="0" dirty="0">
                <a:ln>
                  <a:noFill/>
                </a:ln>
                <a:effectLst/>
              </a:rPr>
              <a:t> = </a:t>
            </a:r>
            <a:r>
              <a:rPr kumimoji="0" lang="en-US" altLang="en-US" sz="1500" b="0" i="0" u="none" strike="noStrike" cap="none" normalizeH="0" baseline="0" dirty="0" err="1">
                <a:ln>
                  <a:noFill/>
                </a:ln>
                <a:effectLst/>
              </a:rPr>
              <a:t>a.room_id</a:t>
            </a:r>
            <a:endParaRPr kumimoji="0" lang="en-US" altLang="en-US" sz="15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500" b="0" i="0" u="none" strike="noStrike" cap="none" normalizeH="0" baseline="0" dirty="0">
                <a:ln>
                  <a:noFill/>
                </a:ln>
                <a:effectLst/>
              </a:rPr>
              <a:t>GROUP BY </a:t>
            </a:r>
            <a:r>
              <a:rPr kumimoji="0" lang="en-US" altLang="en-US" sz="1500" b="0" i="0" u="none" strike="noStrike" cap="none" normalizeH="0" baseline="0" dirty="0" err="1">
                <a:ln>
                  <a:noFill/>
                </a:ln>
                <a:effectLst/>
              </a:rPr>
              <a:t>w.ward_name</a:t>
            </a:r>
            <a:r>
              <a:rPr kumimoji="0" lang="en-US" altLang="en-US" sz="1500" b="0" i="0" u="none" strike="noStrike" cap="none" normalizeH="0" baseline="0" dirty="0">
                <a:ln>
                  <a:noFill/>
                </a:ln>
                <a:effectLst/>
              </a:rPr>
              <a:t>;</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1500" b="0" i="0" u="none" strike="noStrike" cap="none" normalizeH="0" baseline="0" dirty="0">
              <a:ln>
                <a:noFill/>
              </a:ln>
              <a:effectLst/>
            </a:endParaRPr>
          </a:p>
        </p:txBody>
      </p:sp>
      <p:pic>
        <p:nvPicPr>
          <p:cNvPr id="2055" name="Picture 15">
            <a:extLst>
              <a:ext uri="{FF2B5EF4-FFF2-40B4-BE49-F238E27FC236}">
                <a16:creationId xmlns:a16="http://schemas.microsoft.com/office/drawing/2014/main" id="{57EAB43D-EA0F-F0DA-1F26-15A98B415BB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2169446"/>
            <a:ext cx="6903720" cy="2519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8429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FA6F-4804-9519-E4DB-74C38A1959D9}"/>
              </a:ext>
            </a:extLst>
          </p:cNvPr>
          <p:cNvSpPr>
            <a:spLocks noGrp="1"/>
          </p:cNvSpPr>
          <p:nvPr>
            <p:ph type="title"/>
          </p:nvPr>
        </p:nvSpPr>
        <p:spPr/>
        <p:txBody>
          <a:bodyPr/>
          <a:lstStyle/>
          <a:p>
            <a:r>
              <a:rPr lang="en-ZA" dirty="0"/>
              <a:t>SQL (Sample Outcomes)</a:t>
            </a:r>
            <a:br>
              <a:rPr lang="en-ZA" dirty="0"/>
            </a:br>
            <a:r>
              <a:rPr lang="en-ZA" dirty="0"/>
              <a:t>(screenshot)</a:t>
            </a:r>
          </a:p>
        </p:txBody>
      </p:sp>
      <p:sp>
        <p:nvSpPr>
          <p:cNvPr id="3" name="Content Placeholder 2">
            <a:extLst>
              <a:ext uri="{FF2B5EF4-FFF2-40B4-BE49-F238E27FC236}">
                <a16:creationId xmlns:a16="http://schemas.microsoft.com/office/drawing/2014/main" id="{5D3D19C2-2873-0BB0-14D0-03C9670A4F9F}"/>
              </a:ext>
            </a:extLst>
          </p:cNvPr>
          <p:cNvSpPr>
            <a:spLocks noGrp="1"/>
          </p:cNvSpPr>
          <p:nvPr>
            <p:ph idx="1"/>
          </p:nvPr>
        </p:nvSpPr>
        <p:spPr>
          <a:xfrm>
            <a:off x="354106" y="1825625"/>
            <a:ext cx="10515600" cy="4351338"/>
          </a:xfrm>
        </p:spPr>
        <p:txBody>
          <a:bodyPr>
            <a:normAutofit lnSpcReduction="10000"/>
          </a:bodyPr>
          <a:lstStyle/>
          <a:p>
            <a:pPr marL="0" indent="0">
              <a:buNone/>
            </a:pPr>
            <a:r>
              <a:rPr lang="en-ZA" b="1" dirty="0"/>
              <a:t>Treatments Performed by Each Staff Member</a:t>
            </a:r>
            <a:endParaRPr lang="en-ZA" dirty="0"/>
          </a:p>
          <a:p>
            <a:pPr marL="0" indent="0">
              <a:buNone/>
            </a:pPr>
            <a:r>
              <a:rPr lang="en-ZA" dirty="0"/>
              <a:t>SQL</a:t>
            </a:r>
          </a:p>
          <a:p>
            <a:pPr marL="0" indent="0">
              <a:buNone/>
            </a:pPr>
            <a:r>
              <a:rPr lang="en-ZA" dirty="0"/>
              <a:t>SELECT </a:t>
            </a:r>
            <a:r>
              <a:rPr lang="en-ZA" dirty="0" err="1"/>
              <a:t>s.staff_id</a:t>
            </a:r>
            <a:r>
              <a:rPr lang="en-ZA" dirty="0"/>
              <a:t>,</a:t>
            </a:r>
          </a:p>
          <a:p>
            <a:pPr marL="0" indent="0">
              <a:buNone/>
            </a:pPr>
            <a:r>
              <a:rPr lang="en-ZA" dirty="0" err="1"/>
              <a:t>s.initials</a:t>
            </a:r>
            <a:r>
              <a:rPr lang="en-ZA" dirty="0"/>
              <a:t>,</a:t>
            </a:r>
          </a:p>
          <a:p>
            <a:pPr marL="0" indent="0">
              <a:buNone/>
            </a:pPr>
            <a:r>
              <a:rPr lang="en-ZA" dirty="0"/>
              <a:t>COUNT(</a:t>
            </a:r>
            <a:r>
              <a:rPr lang="en-ZA" dirty="0" err="1"/>
              <a:t>t.treatment_id</a:t>
            </a:r>
            <a:r>
              <a:rPr lang="en-ZA" dirty="0"/>
              <a:t>) </a:t>
            </a:r>
            <a:r>
              <a:rPr lang="en-ZA" dirty="0" err="1"/>
              <a:t>treatments_done</a:t>
            </a:r>
            <a:endParaRPr lang="en-ZA" dirty="0"/>
          </a:p>
          <a:p>
            <a:pPr marL="0" indent="0">
              <a:buNone/>
            </a:pPr>
            <a:r>
              <a:rPr lang="en-ZA" dirty="0"/>
              <a:t>FROM STAFF s</a:t>
            </a:r>
          </a:p>
          <a:p>
            <a:pPr marL="0" indent="0">
              <a:buNone/>
            </a:pPr>
            <a:r>
              <a:rPr lang="en-ZA" dirty="0"/>
              <a:t>LEFT JOIN TREATMENTS t</a:t>
            </a:r>
          </a:p>
          <a:p>
            <a:pPr marL="0" indent="0">
              <a:buNone/>
            </a:pPr>
            <a:r>
              <a:rPr lang="en-ZA" dirty="0"/>
              <a:t>ON </a:t>
            </a:r>
            <a:r>
              <a:rPr lang="en-ZA" dirty="0" err="1"/>
              <a:t>s.staff_id</a:t>
            </a:r>
            <a:r>
              <a:rPr lang="en-ZA" dirty="0"/>
              <a:t> = </a:t>
            </a:r>
            <a:r>
              <a:rPr lang="en-ZA" dirty="0" err="1"/>
              <a:t>t.staff_id</a:t>
            </a:r>
            <a:endParaRPr lang="en-ZA" dirty="0"/>
          </a:p>
          <a:p>
            <a:pPr marL="0" indent="0">
              <a:buNone/>
            </a:pPr>
            <a:r>
              <a:rPr lang="en-ZA" dirty="0"/>
              <a:t>GROUP BY </a:t>
            </a:r>
            <a:r>
              <a:rPr lang="en-ZA" dirty="0" err="1"/>
              <a:t>s.staff_id,s.initials</a:t>
            </a:r>
            <a:r>
              <a:rPr lang="en-ZA" dirty="0"/>
              <a:t>;</a:t>
            </a:r>
          </a:p>
          <a:p>
            <a:endParaRPr lang="en-ZA" dirty="0"/>
          </a:p>
        </p:txBody>
      </p:sp>
    </p:spTree>
    <p:extLst>
      <p:ext uri="{BB962C8B-B14F-4D97-AF65-F5344CB8AC3E}">
        <p14:creationId xmlns:p14="http://schemas.microsoft.com/office/powerpoint/2010/main" val="15309959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84C8F-4110-F87B-AC2D-D95A5FF9998D}"/>
              </a:ext>
            </a:extLst>
          </p:cNvPr>
          <p:cNvSpPr>
            <a:spLocks noGrp="1"/>
          </p:cNvSpPr>
          <p:nvPr>
            <p:ph type="title"/>
          </p:nvPr>
        </p:nvSpPr>
        <p:spPr/>
        <p:txBody>
          <a:bodyPr/>
          <a:lstStyle/>
          <a:p>
            <a:r>
              <a:rPr lang="en-ZA" dirty="0"/>
              <a:t>SQL (Sample Outcomes)</a:t>
            </a:r>
            <a:br>
              <a:rPr lang="en-ZA" dirty="0"/>
            </a:br>
            <a:r>
              <a:rPr lang="en-ZA" dirty="0"/>
              <a:t>(screenshot)</a:t>
            </a:r>
          </a:p>
        </p:txBody>
      </p:sp>
      <p:sp>
        <p:nvSpPr>
          <p:cNvPr id="3" name="Content Placeholder 2">
            <a:extLst>
              <a:ext uri="{FF2B5EF4-FFF2-40B4-BE49-F238E27FC236}">
                <a16:creationId xmlns:a16="http://schemas.microsoft.com/office/drawing/2014/main" id="{DB02E151-595F-9D6F-BC57-8F08E987343A}"/>
              </a:ext>
            </a:extLst>
          </p:cNvPr>
          <p:cNvSpPr>
            <a:spLocks noGrp="1"/>
          </p:cNvSpPr>
          <p:nvPr>
            <p:ph idx="1"/>
          </p:nvPr>
        </p:nvSpPr>
        <p:spPr>
          <a:xfrm>
            <a:off x="528918" y="1825625"/>
            <a:ext cx="10515600" cy="4351338"/>
          </a:xfrm>
        </p:spPr>
        <p:txBody>
          <a:bodyPr/>
          <a:lstStyle/>
          <a:p>
            <a:pPr marL="0" indent="0">
              <a:buNone/>
            </a:pPr>
            <a:r>
              <a:rPr lang="en-ZA" b="1" dirty="0"/>
              <a:t>Treatments Performed by Each Staff Member (outcome)</a:t>
            </a:r>
            <a:endParaRPr lang="en-ZA" dirty="0"/>
          </a:p>
          <a:p>
            <a:endParaRPr lang="en-ZA" dirty="0"/>
          </a:p>
        </p:txBody>
      </p:sp>
      <p:pic>
        <p:nvPicPr>
          <p:cNvPr id="3074" name="Picture 16">
            <a:extLst>
              <a:ext uri="{FF2B5EF4-FFF2-40B4-BE49-F238E27FC236}">
                <a16:creationId xmlns:a16="http://schemas.microsoft.com/office/drawing/2014/main" id="{BCC35063-9BB8-9976-557C-7F3664DE9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82825"/>
            <a:ext cx="5750859" cy="2263775"/>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7">
            <a:extLst>
              <a:ext uri="{FF2B5EF4-FFF2-40B4-BE49-F238E27FC236}">
                <a16:creationId xmlns:a16="http://schemas.microsoft.com/office/drawing/2014/main" id="{66024E39-4C6D-4A45-7CC8-70AB9A41A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003800"/>
            <a:ext cx="6031552" cy="974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7A65F81-DD02-F970-2B6A-7E45A133C337}"/>
              </a:ext>
            </a:extLst>
          </p:cNvPr>
          <p:cNvSpPr>
            <a:spLocks noChangeArrowheads="1"/>
          </p:cNvSpPr>
          <p:nvPr/>
        </p:nvSpPr>
        <p:spPr bwMode="auto">
          <a:xfrm>
            <a:off x="838199" y="1825625"/>
            <a:ext cx="1283166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sp>
        <p:nvSpPr>
          <p:cNvPr id="5" name="Rectangle 4">
            <a:extLst>
              <a:ext uri="{FF2B5EF4-FFF2-40B4-BE49-F238E27FC236}">
                <a16:creationId xmlns:a16="http://schemas.microsoft.com/office/drawing/2014/main" id="{7EA8C469-8827-DA91-98F8-CDBD3225C005}"/>
              </a:ext>
            </a:extLst>
          </p:cNvPr>
          <p:cNvSpPr>
            <a:spLocks noChangeArrowheads="1"/>
          </p:cNvSpPr>
          <p:nvPr/>
        </p:nvSpPr>
        <p:spPr bwMode="auto">
          <a:xfrm>
            <a:off x="838199" y="4546600"/>
            <a:ext cx="1283166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spTree>
    <p:extLst>
      <p:ext uri="{BB962C8B-B14F-4D97-AF65-F5344CB8AC3E}">
        <p14:creationId xmlns:p14="http://schemas.microsoft.com/office/powerpoint/2010/main" val="12292818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2EEE9-5090-1A6C-8C83-5C5724248EE0}"/>
              </a:ext>
            </a:extLst>
          </p:cNvPr>
          <p:cNvSpPr>
            <a:spLocks noGrp="1"/>
          </p:cNvSpPr>
          <p:nvPr>
            <p:ph type="title"/>
          </p:nvPr>
        </p:nvSpPr>
        <p:spPr/>
        <p:txBody>
          <a:bodyPr/>
          <a:lstStyle/>
          <a:p>
            <a:r>
              <a:rPr lang="en-ZA" dirty="0"/>
              <a:t>SQL (Sample Outcomes)</a:t>
            </a:r>
            <a:br>
              <a:rPr lang="en-ZA" dirty="0"/>
            </a:br>
            <a:r>
              <a:rPr lang="en-ZA" dirty="0"/>
              <a:t>(screenshot)</a:t>
            </a:r>
          </a:p>
        </p:txBody>
      </p:sp>
      <p:sp>
        <p:nvSpPr>
          <p:cNvPr id="3" name="Content Placeholder 2">
            <a:extLst>
              <a:ext uri="{FF2B5EF4-FFF2-40B4-BE49-F238E27FC236}">
                <a16:creationId xmlns:a16="http://schemas.microsoft.com/office/drawing/2014/main" id="{A5E4543D-6D7D-F3F9-72AB-7529774F9713}"/>
              </a:ext>
            </a:extLst>
          </p:cNvPr>
          <p:cNvSpPr>
            <a:spLocks noGrp="1"/>
          </p:cNvSpPr>
          <p:nvPr>
            <p:ph idx="1"/>
          </p:nvPr>
        </p:nvSpPr>
        <p:spPr/>
        <p:txBody>
          <a:bodyPr>
            <a:normAutofit lnSpcReduction="10000"/>
          </a:bodyPr>
          <a:lstStyle/>
          <a:p>
            <a:pPr marL="0" indent="0">
              <a:buNone/>
            </a:pPr>
            <a:r>
              <a:rPr lang="en-ZA" b="1" dirty="0"/>
              <a:t>Most Prescribed Medicine</a:t>
            </a:r>
            <a:endParaRPr lang="en-ZA" dirty="0"/>
          </a:p>
          <a:p>
            <a:pPr marL="0" indent="0">
              <a:buNone/>
            </a:pPr>
            <a:r>
              <a:rPr lang="en-ZA" dirty="0"/>
              <a:t>SQL</a:t>
            </a:r>
          </a:p>
          <a:p>
            <a:pPr marL="0" indent="0">
              <a:buNone/>
            </a:pPr>
            <a:r>
              <a:rPr lang="en-ZA" dirty="0"/>
              <a:t>SELECT </a:t>
            </a:r>
            <a:r>
              <a:rPr lang="en-ZA" dirty="0" err="1"/>
              <a:t>m.medicine_name</a:t>
            </a:r>
            <a:r>
              <a:rPr lang="en-ZA" dirty="0"/>
              <a:t>,</a:t>
            </a:r>
          </a:p>
          <a:p>
            <a:pPr marL="0" indent="0">
              <a:buNone/>
            </a:pPr>
            <a:r>
              <a:rPr lang="en-ZA" dirty="0"/>
              <a:t>COUNT(*) </a:t>
            </a:r>
            <a:r>
              <a:rPr lang="en-ZA" dirty="0" err="1"/>
              <a:t>times_prescribed</a:t>
            </a:r>
            <a:endParaRPr lang="en-ZA" dirty="0"/>
          </a:p>
          <a:p>
            <a:pPr marL="0" indent="0">
              <a:buNone/>
            </a:pPr>
            <a:r>
              <a:rPr lang="en-ZA" dirty="0"/>
              <a:t>FROM MEDICINES m</a:t>
            </a:r>
          </a:p>
          <a:p>
            <a:pPr marL="0" indent="0">
              <a:buNone/>
            </a:pPr>
            <a:r>
              <a:rPr lang="en-ZA" dirty="0"/>
              <a:t>JOIN PRESCRIPTIONS p</a:t>
            </a:r>
          </a:p>
          <a:p>
            <a:pPr marL="0" indent="0">
              <a:buNone/>
            </a:pPr>
            <a:r>
              <a:rPr lang="en-ZA" dirty="0"/>
              <a:t>ON </a:t>
            </a:r>
            <a:r>
              <a:rPr lang="en-ZA" dirty="0" err="1"/>
              <a:t>m.medicine_id</a:t>
            </a:r>
            <a:r>
              <a:rPr lang="en-ZA" dirty="0"/>
              <a:t> = </a:t>
            </a:r>
            <a:r>
              <a:rPr lang="en-ZA" dirty="0" err="1"/>
              <a:t>p.medicine_id</a:t>
            </a:r>
            <a:endParaRPr lang="en-ZA" dirty="0"/>
          </a:p>
          <a:p>
            <a:pPr marL="0" indent="0">
              <a:buNone/>
            </a:pPr>
            <a:r>
              <a:rPr lang="en-ZA" dirty="0"/>
              <a:t>GROUP BY </a:t>
            </a:r>
            <a:r>
              <a:rPr lang="en-ZA" dirty="0" err="1"/>
              <a:t>m.medicine_name</a:t>
            </a:r>
            <a:endParaRPr lang="en-ZA" dirty="0"/>
          </a:p>
          <a:p>
            <a:pPr marL="0" indent="0">
              <a:buNone/>
            </a:pPr>
            <a:r>
              <a:rPr lang="en-ZA" dirty="0"/>
              <a:t>ORDER BY </a:t>
            </a:r>
            <a:r>
              <a:rPr lang="en-ZA" dirty="0" err="1"/>
              <a:t>times_prescribed</a:t>
            </a:r>
            <a:r>
              <a:rPr lang="en-ZA" dirty="0"/>
              <a:t> DESC;</a:t>
            </a:r>
          </a:p>
          <a:p>
            <a:endParaRPr lang="en-ZA" dirty="0"/>
          </a:p>
        </p:txBody>
      </p:sp>
    </p:spTree>
    <p:extLst>
      <p:ext uri="{BB962C8B-B14F-4D97-AF65-F5344CB8AC3E}">
        <p14:creationId xmlns:p14="http://schemas.microsoft.com/office/powerpoint/2010/main" val="12532003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355C2-A079-7CC6-4983-0601DD7722C3}"/>
              </a:ext>
            </a:extLst>
          </p:cNvPr>
          <p:cNvSpPr>
            <a:spLocks noGrp="1"/>
          </p:cNvSpPr>
          <p:nvPr>
            <p:ph type="title"/>
          </p:nvPr>
        </p:nvSpPr>
        <p:spPr/>
        <p:txBody>
          <a:bodyPr/>
          <a:lstStyle/>
          <a:p>
            <a:r>
              <a:rPr lang="en-ZA" dirty="0"/>
              <a:t>SQL (Sample Outcomes)</a:t>
            </a:r>
            <a:br>
              <a:rPr lang="en-ZA" dirty="0"/>
            </a:br>
            <a:r>
              <a:rPr lang="en-ZA" dirty="0"/>
              <a:t>(screenshot)</a:t>
            </a:r>
          </a:p>
        </p:txBody>
      </p:sp>
      <p:sp>
        <p:nvSpPr>
          <p:cNvPr id="3" name="Content Placeholder 2">
            <a:extLst>
              <a:ext uri="{FF2B5EF4-FFF2-40B4-BE49-F238E27FC236}">
                <a16:creationId xmlns:a16="http://schemas.microsoft.com/office/drawing/2014/main" id="{50DCA77A-D993-CF49-E27F-D5B5353611FC}"/>
              </a:ext>
            </a:extLst>
          </p:cNvPr>
          <p:cNvSpPr>
            <a:spLocks noGrp="1"/>
          </p:cNvSpPr>
          <p:nvPr>
            <p:ph idx="1"/>
          </p:nvPr>
        </p:nvSpPr>
        <p:spPr/>
        <p:txBody>
          <a:bodyPr/>
          <a:lstStyle/>
          <a:p>
            <a:pPr marL="0" indent="0">
              <a:buNone/>
            </a:pPr>
            <a:r>
              <a:rPr lang="en-ZA" b="1" dirty="0"/>
              <a:t>Most Prescribed Medicine (outcome)</a:t>
            </a:r>
          </a:p>
          <a:p>
            <a:pPr marL="0" indent="0">
              <a:buNone/>
            </a:pPr>
            <a:endParaRPr lang="en-ZA" b="1" dirty="0"/>
          </a:p>
          <a:p>
            <a:pPr marL="0" indent="0">
              <a:buNone/>
            </a:pPr>
            <a:endParaRPr lang="en-ZA" dirty="0"/>
          </a:p>
          <a:p>
            <a:endParaRPr lang="en-ZA" dirty="0"/>
          </a:p>
        </p:txBody>
      </p:sp>
      <p:pic>
        <p:nvPicPr>
          <p:cNvPr id="4" name="Picture 3">
            <a:extLst>
              <a:ext uri="{FF2B5EF4-FFF2-40B4-BE49-F238E27FC236}">
                <a16:creationId xmlns:a16="http://schemas.microsoft.com/office/drawing/2014/main" id="{8CFC7BDB-8C88-DDD0-869C-D255675AE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72690"/>
            <a:ext cx="6318722" cy="2986816"/>
          </a:xfrm>
          <a:prstGeom prst="rect">
            <a:avLst/>
          </a:prstGeom>
        </p:spPr>
      </p:pic>
    </p:spTree>
    <p:extLst>
      <p:ext uri="{BB962C8B-B14F-4D97-AF65-F5344CB8AC3E}">
        <p14:creationId xmlns:p14="http://schemas.microsoft.com/office/powerpoint/2010/main" val="408048640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2" name="Rectangle 4101">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A7EDC813-E5C9-3C34-624B-EBE1FF6C2D33}"/>
              </a:ext>
            </a:extLst>
          </p:cNvPr>
          <p:cNvSpPr>
            <a:spLocks noGrp="1"/>
          </p:cNvSpPr>
          <p:nvPr>
            <p:ph type="title"/>
          </p:nvPr>
        </p:nvSpPr>
        <p:spPr>
          <a:xfrm>
            <a:off x="838201" y="3998018"/>
            <a:ext cx="3981854" cy="2216513"/>
          </a:xfrm>
        </p:spPr>
        <p:txBody>
          <a:bodyPr>
            <a:normAutofit/>
          </a:bodyPr>
          <a:lstStyle/>
          <a:p>
            <a:r>
              <a:rPr lang="en-ZA" dirty="0"/>
              <a:t>SQL (Sample Outcomes)</a:t>
            </a:r>
            <a:br>
              <a:rPr lang="en-ZA" dirty="0"/>
            </a:br>
            <a:r>
              <a:rPr lang="en-ZA" dirty="0"/>
              <a:t>(screenshot)</a:t>
            </a:r>
          </a:p>
        </p:txBody>
      </p:sp>
      <p:sp>
        <p:nvSpPr>
          <p:cNvPr id="4104" name="Arc 4103">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097" name="Picture 23">
            <a:extLst>
              <a:ext uri="{FF2B5EF4-FFF2-40B4-BE49-F238E27FC236}">
                <a16:creationId xmlns:a16="http://schemas.microsoft.com/office/drawing/2014/main" id="{2BA2493C-F92F-6782-9BFF-00701BD3CC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52571" y="704504"/>
            <a:ext cx="10286857"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7291F23-F663-659A-F150-18CC48C208BF}"/>
              </a:ext>
            </a:extLst>
          </p:cNvPr>
          <p:cNvSpPr>
            <a:spLocks noGrp="1"/>
          </p:cNvSpPr>
          <p:nvPr>
            <p:ph idx="1"/>
          </p:nvPr>
        </p:nvSpPr>
        <p:spPr>
          <a:xfrm>
            <a:off x="4970835" y="3998019"/>
            <a:ext cx="6382966" cy="2216512"/>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ZA" altLang="en-US" sz="1500" b="1"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Medicines with Low Stock(stock under 100)</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SQL</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SELECT medicine_id,</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medicine_name,</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stock</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FROM MEDICINES</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5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WHERE stock &lt; 100;</a:t>
            </a:r>
            <a:endParaRPr kumimoji="0" lang="en-ZA" altLang="en-US" sz="15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ZA" altLang="en-US" sz="15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42504463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6" name="Rectangle 5125">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45772-BF23-FE71-F980-694C81A645EA}"/>
              </a:ext>
            </a:extLst>
          </p:cNvPr>
          <p:cNvSpPr>
            <a:spLocks noGrp="1"/>
          </p:cNvSpPr>
          <p:nvPr>
            <p:ph type="title"/>
          </p:nvPr>
        </p:nvSpPr>
        <p:spPr>
          <a:xfrm>
            <a:off x="1156851" y="637762"/>
            <a:ext cx="9888496" cy="900131"/>
          </a:xfrm>
        </p:spPr>
        <p:txBody>
          <a:bodyPr>
            <a:normAutofit/>
          </a:bodyPr>
          <a:lstStyle/>
          <a:p>
            <a:r>
              <a:rPr lang="en-ZA" sz="2800">
                <a:solidFill>
                  <a:schemeClr val="bg1"/>
                </a:solidFill>
              </a:rPr>
              <a:t>SQL (Sample Outcomes)</a:t>
            </a:r>
            <a:br>
              <a:rPr lang="en-ZA" sz="2800">
                <a:solidFill>
                  <a:schemeClr val="bg1"/>
                </a:solidFill>
              </a:rPr>
            </a:br>
            <a:r>
              <a:rPr lang="en-ZA" sz="2800">
                <a:solidFill>
                  <a:schemeClr val="bg1"/>
                </a:solidFill>
              </a:rPr>
              <a:t>(screenshot)</a:t>
            </a:r>
          </a:p>
        </p:txBody>
      </p:sp>
      <p:sp>
        <p:nvSpPr>
          <p:cNvPr id="5128" name="Rectangle 5127">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0" name="Rectangle 512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2510D8-30B7-87E7-D674-A1823C6E9725}"/>
              </a:ext>
            </a:extLst>
          </p:cNvPr>
          <p:cNvSpPr>
            <a:spLocks noGrp="1"/>
          </p:cNvSpPr>
          <p:nvPr>
            <p:ph idx="1"/>
          </p:nvPr>
        </p:nvSpPr>
        <p:spPr>
          <a:xfrm>
            <a:off x="1155548" y="2217343"/>
            <a:ext cx="9880893" cy="3959619"/>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ZA" altLang="en-US" sz="2400" b="1"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Total Revenue Generated</a:t>
            </a:r>
            <a:endParaRPr kumimoji="0" lang="en-ZA" altLang="en-US" sz="24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4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SQL</a:t>
            </a:r>
            <a:endParaRPr kumimoji="0" lang="en-ZA" altLang="en-US" sz="24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4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SELECT SUM(amount) AS total_revenue</a:t>
            </a:r>
            <a:endParaRPr kumimoji="0" lang="en-ZA" altLang="en-US" sz="24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4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FROM BILLING</a:t>
            </a:r>
            <a:endParaRPr kumimoji="0" lang="en-ZA" altLang="en-US" sz="24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4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WHERE payment_status = 'Paid';</a:t>
            </a:r>
            <a:endParaRPr kumimoji="0" lang="en-ZA" altLang="en-US" sz="24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4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 </a:t>
            </a:r>
            <a:endParaRPr kumimoji="0" lang="en-ZA" altLang="en-US" sz="2400" b="0" i="0" u="none" strike="noStrike" cap="none" normalizeH="0" baseline="0">
              <a:ln>
                <a:noFill/>
              </a:ln>
              <a:effectLst/>
              <a:latin typeface="Arial" panose="020B0604020202020204" pitchFamily="34" charset="0"/>
            </a:endParaRPr>
          </a:p>
        </p:txBody>
      </p:sp>
      <p:pic>
        <p:nvPicPr>
          <p:cNvPr id="5121" name="Picture 19">
            <a:extLst>
              <a:ext uri="{FF2B5EF4-FFF2-40B4-BE49-F238E27FC236}">
                <a16:creationId xmlns:a16="http://schemas.microsoft.com/office/drawing/2014/main" id="{C6548735-43EB-347E-48E9-355196DE5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3493" y="4489002"/>
            <a:ext cx="6742452" cy="1731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8316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0" name="Rectangle 6149">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880602-737D-9500-FA5B-7D4B97710904}"/>
              </a:ext>
            </a:extLst>
          </p:cNvPr>
          <p:cNvSpPr>
            <a:spLocks noGrp="1"/>
          </p:cNvSpPr>
          <p:nvPr>
            <p:ph type="title"/>
          </p:nvPr>
        </p:nvSpPr>
        <p:spPr>
          <a:xfrm>
            <a:off x="818984" y="4230093"/>
            <a:ext cx="4150581" cy="1800165"/>
          </a:xfrm>
        </p:spPr>
        <p:txBody>
          <a:bodyPr>
            <a:normAutofit/>
          </a:bodyPr>
          <a:lstStyle/>
          <a:p>
            <a:pPr algn="r"/>
            <a:r>
              <a:rPr lang="en-ZA" sz="4000" dirty="0"/>
              <a:t>SQL (Sample Outcomes)</a:t>
            </a:r>
            <a:br>
              <a:rPr lang="en-ZA" sz="4000" dirty="0"/>
            </a:br>
            <a:r>
              <a:rPr lang="en-ZA" sz="4000" dirty="0"/>
              <a:t>(screenshot)</a:t>
            </a:r>
          </a:p>
        </p:txBody>
      </p:sp>
      <p:pic>
        <p:nvPicPr>
          <p:cNvPr id="6145" name="Picture 20">
            <a:extLst>
              <a:ext uri="{FF2B5EF4-FFF2-40B4-BE49-F238E27FC236}">
                <a16:creationId xmlns:a16="http://schemas.microsoft.com/office/drawing/2014/main" id="{96FCF344-BA32-69BB-D029-AA3F69F935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6592" y="1279755"/>
            <a:ext cx="11139778" cy="239961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0156685-CDD2-F15D-9196-619B295A29A4}"/>
              </a:ext>
            </a:extLst>
          </p:cNvPr>
          <p:cNvSpPr>
            <a:spLocks noGrp="1"/>
          </p:cNvSpPr>
          <p:nvPr>
            <p:ph idx="1"/>
          </p:nvPr>
        </p:nvSpPr>
        <p:spPr>
          <a:xfrm>
            <a:off x="5246415" y="4230094"/>
            <a:ext cx="6235268" cy="1800164"/>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ZA" altLang="en-US" sz="1900" b="1"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Overdue Bills</a:t>
            </a:r>
            <a:endParaRPr kumimoji="0" lang="en-ZA"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9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SQL</a:t>
            </a:r>
            <a:endParaRPr kumimoji="0" lang="en-ZA"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9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SELECT *</a:t>
            </a:r>
            <a:endParaRPr kumimoji="0" lang="en-ZA"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9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FROM BILLING</a:t>
            </a:r>
            <a:endParaRPr kumimoji="0" lang="en-ZA"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19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WHERE payment_status = 'Overdue';</a:t>
            </a:r>
            <a:endParaRPr kumimoji="0" lang="en-ZA" altLang="en-US" sz="19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ZA" altLang="en-US" sz="1900" b="0" i="0" u="none" strike="noStrike" cap="none" normalizeH="0" baseline="0">
              <a:ln>
                <a:noFill/>
              </a:ln>
              <a:effectLst/>
              <a:latin typeface="Arial" panose="020B0604020202020204" pitchFamily="34" charset="0"/>
            </a:endParaRPr>
          </a:p>
        </p:txBody>
      </p:sp>
      <p:sp>
        <p:nvSpPr>
          <p:cNvPr id="6152" name="Rectangle 6151">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4" name="Rectangle 6153">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0698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4" name="Rectangle 7173">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747EAC7-57FB-3E11-008F-1F128B0089FF}"/>
              </a:ext>
            </a:extLst>
          </p:cNvPr>
          <p:cNvSpPr>
            <a:spLocks noGrp="1"/>
          </p:cNvSpPr>
          <p:nvPr>
            <p:ph type="title"/>
          </p:nvPr>
        </p:nvSpPr>
        <p:spPr>
          <a:xfrm>
            <a:off x="838201" y="3998018"/>
            <a:ext cx="3981854" cy="2216513"/>
          </a:xfrm>
        </p:spPr>
        <p:txBody>
          <a:bodyPr>
            <a:normAutofit/>
          </a:bodyPr>
          <a:lstStyle/>
          <a:p>
            <a:r>
              <a:rPr lang="en-ZA" dirty="0"/>
              <a:t>SQL (Sample Outcomes)</a:t>
            </a:r>
            <a:br>
              <a:rPr lang="en-ZA" dirty="0"/>
            </a:br>
            <a:r>
              <a:rPr lang="en-ZA" dirty="0"/>
              <a:t>(screenshot)</a:t>
            </a:r>
          </a:p>
        </p:txBody>
      </p:sp>
      <p:sp>
        <p:nvSpPr>
          <p:cNvPr id="7176" name="Arc 7175">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169" name="Picture 22">
            <a:extLst>
              <a:ext uri="{FF2B5EF4-FFF2-40B4-BE49-F238E27FC236}">
                <a16:creationId xmlns:a16="http://schemas.microsoft.com/office/drawing/2014/main" id="{94E6CBAA-4E04-5290-85D3-AE42E9D56B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08209" y="704504"/>
            <a:ext cx="8975581"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D97358E-8543-D95F-1462-0DF37D1D1C85}"/>
              </a:ext>
            </a:extLst>
          </p:cNvPr>
          <p:cNvSpPr>
            <a:spLocks noGrp="1"/>
          </p:cNvSpPr>
          <p:nvPr>
            <p:ph idx="1"/>
          </p:nvPr>
        </p:nvSpPr>
        <p:spPr>
          <a:xfrm>
            <a:off x="4970835" y="3998019"/>
            <a:ext cx="6382966" cy="2216512"/>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ZA" altLang="en-US" sz="2000" b="1"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Grouping appointments by status</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0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SQL</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0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SELECT appointment_status,</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0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COUNT(*) total</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0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FROM APPOINTMENTS</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r>
              <a:rPr kumimoji="0" lang="en-ZA" altLang="en-US" sz="2000"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GROUP BY appointment_status;</a:t>
            </a:r>
            <a:endParaRPr kumimoji="0" lang="en-ZA" altLang="en-US" sz="2000"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ZA" altLang="en-US"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4240392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CCA4F-5C2C-BF13-5E76-B1F9CC67B3F2}"/>
              </a:ext>
            </a:extLst>
          </p:cNvPr>
          <p:cNvSpPr>
            <a:spLocks noGrp="1"/>
          </p:cNvSpPr>
          <p:nvPr>
            <p:ph type="title"/>
          </p:nvPr>
        </p:nvSpPr>
        <p:spPr/>
        <p:txBody>
          <a:bodyPr/>
          <a:lstStyle/>
          <a:p>
            <a:r>
              <a:rPr lang="en-ZA" dirty="0"/>
              <a:t>Conclusion</a:t>
            </a:r>
          </a:p>
        </p:txBody>
      </p:sp>
      <p:sp>
        <p:nvSpPr>
          <p:cNvPr id="3" name="Content Placeholder 2">
            <a:extLst>
              <a:ext uri="{FF2B5EF4-FFF2-40B4-BE49-F238E27FC236}">
                <a16:creationId xmlns:a16="http://schemas.microsoft.com/office/drawing/2014/main" id="{CDC6421B-3260-34C8-B175-014B68C4A12B}"/>
              </a:ext>
            </a:extLst>
          </p:cNvPr>
          <p:cNvSpPr>
            <a:spLocks noGrp="1"/>
          </p:cNvSpPr>
          <p:nvPr>
            <p:ph idx="1"/>
          </p:nvPr>
        </p:nvSpPr>
        <p:spPr/>
        <p:txBody>
          <a:bodyPr>
            <a:normAutofit fontScale="85000" lnSpcReduction="20000"/>
          </a:bodyPr>
          <a:lstStyle/>
          <a:p>
            <a:pPr marL="0" indent="0">
              <a:buNone/>
            </a:pPr>
            <a:r>
              <a:rPr lang="en-ZA" dirty="0"/>
              <a:t>The G14 Healthcare Facility Database Management System was successfully developed to show that a relational database can be used instead of an inefficient flat-file record keeping system to provide a structured, reliable and scalable solution. The project found some major problems with manual record keeping data duplication, slow data retrieval, lack of data organisation and data integrity problems. The solution to these problems was to normalize the database structure and implement it.</a:t>
            </a:r>
          </a:p>
          <a:p>
            <a:pPr marL="0" indent="0">
              <a:buNone/>
            </a:pPr>
            <a:endParaRPr lang="en-ZA" dirty="0"/>
          </a:p>
          <a:p>
            <a:pPr marL="0" indent="0">
              <a:buNone/>
            </a:pPr>
            <a:r>
              <a:rPr lang="en-ZA" dirty="0"/>
              <a:t>The database was designed in Third Normal Form (3NF), ensuring that it is free from data duplication and relationships between patients, appointments, admissions, wards, rooms, staff, treatments, medicines, prescriptions and bill records are well represented. The end result of this ERD was a clear model of these relationships, which was useful for both outpatient and inpatient healthcare processes.</a:t>
            </a:r>
          </a:p>
          <a:p>
            <a:endParaRPr lang="en-ZA" dirty="0"/>
          </a:p>
        </p:txBody>
      </p:sp>
    </p:spTree>
    <p:extLst>
      <p:ext uri="{BB962C8B-B14F-4D97-AF65-F5344CB8AC3E}">
        <p14:creationId xmlns:p14="http://schemas.microsoft.com/office/powerpoint/2010/main" val="2255264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DE596-ECD9-0036-BE06-44167ECA41F0}"/>
              </a:ext>
            </a:extLst>
          </p:cNvPr>
          <p:cNvSpPr>
            <a:spLocks noGrp="1"/>
          </p:cNvSpPr>
          <p:nvPr>
            <p:ph type="title"/>
          </p:nvPr>
        </p:nvSpPr>
        <p:spPr/>
        <p:txBody>
          <a:bodyPr/>
          <a:lstStyle/>
          <a:p>
            <a:r>
              <a:rPr lang="en-ZA" dirty="0"/>
              <a:t>Conclusion (</a:t>
            </a:r>
            <a:r>
              <a:rPr lang="en-ZA" dirty="0" err="1"/>
              <a:t>cont</a:t>
            </a:r>
            <a:r>
              <a:rPr lang="en-ZA" dirty="0"/>
              <a:t>)</a:t>
            </a:r>
          </a:p>
        </p:txBody>
      </p:sp>
      <p:sp>
        <p:nvSpPr>
          <p:cNvPr id="3" name="Content Placeholder 2">
            <a:extLst>
              <a:ext uri="{FF2B5EF4-FFF2-40B4-BE49-F238E27FC236}">
                <a16:creationId xmlns:a16="http://schemas.microsoft.com/office/drawing/2014/main" id="{9EC74465-169B-2927-F9D8-75434D22693C}"/>
              </a:ext>
            </a:extLst>
          </p:cNvPr>
          <p:cNvSpPr>
            <a:spLocks noGrp="1"/>
          </p:cNvSpPr>
          <p:nvPr>
            <p:ph idx="1"/>
          </p:nvPr>
        </p:nvSpPr>
        <p:spPr/>
        <p:txBody>
          <a:bodyPr>
            <a:normAutofit fontScale="70000" lnSpcReduction="20000"/>
          </a:bodyPr>
          <a:lstStyle/>
          <a:p>
            <a:pPr marL="0" indent="0">
              <a:buNone/>
            </a:pPr>
            <a:r>
              <a:rPr lang="en-ZA" dirty="0"/>
              <a:t>The implementation phase showed that the database could store, managing and retrieving healthcare information through SQL queries. They got some sample results of queries, and the system has been able to provide them with meaningful reports like the number of patients registered, availability of rooms, admissions to the hospital, statistics of treatment, medicine stock details, billing details, and revenue details etc. The results demonstrate that the database is capable of efficient decision making and enhances access to information, which is better than the original manual system.</a:t>
            </a:r>
          </a:p>
          <a:p>
            <a:pPr marL="0" indent="0">
              <a:buNone/>
            </a:pPr>
            <a:r>
              <a:rPr lang="en-ZA" dirty="0"/>
              <a:t> </a:t>
            </a:r>
          </a:p>
          <a:p>
            <a:pPr marL="0" indent="0">
              <a:buNone/>
            </a:pPr>
            <a:r>
              <a:rPr lang="en-ZA" dirty="0"/>
              <a:t>The crow's-foot ERD shows the final design for the database. </a:t>
            </a:r>
          </a:p>
          <a:p>
            <a:pPr marL="0" indent="0">
              <a:buNone/>
            </a:pPr>
            <a:r>
              <a:rPr lang="en-ZA" dirty="0"/>
              <a:t> </a:t>
            </a:r>
          </a:p>
          <a:p>
            <a:pPr marL="0" indent="0">
              <a:buNone/>
            </a:pPr>
            <a:r>
              <a:rPr lang="en-ZA" dirty="0"/>
              <a:t>Overall, the suggested database solution will offer G14 Healthcare Facility a robust system for dealing with healthcare documents in a unified, secure, and efficient method. The system's ability to enhance data integrity, minimize data redundancy, and facilitate quick access to information and reporting aids in the smooth running of administrative processes and provides a foundation for future expansion to address evolving healthcare information management requirements.</a:t>
            </a:r>
          </a:p>
          <a:p>
            <a:endParaRPr lang="en-ZA" dirty="0"/>
          </a:p>
        </p:txBody>
      </p:sp>
    </p:spTree>
    <p:extLst>
      <p:ext uri="{BB962C8B-B14F-4D97-AF65-F5344CB8AC3E}">
        <p14:creationId xmlns:p14="http://schemas.microsoft.com/office/powerpoint/2010/main" val="2861757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082E3E097844E4B8AAB61C41050C174" ma:contentTypeVersion="1" ma:contentTypeDescription="Create a new document." ma:contentTypeScope="" ma:versionID="2d929a5d4be190432e7538be18832d79">
  <xsd:schema xmlns:xsd="http://www.w3.org/2001/XMLSchema" xmlns:xs="http://www.w3.org/2001/XMLSchema" xmlns:p="http://schemas.microsoft.com/office/2006/metadata/properties" xmlns:ns3="c56a7f5d-56f2-461b-a0b4-0b3a489883ec" targetNamespace="http://schemas.microsoft.com/office/2006/metadata/properties" ma:root="true" ma:fieldsID="6b7a36224eea3568b89a0c1c6518758b" ns3:_="">
    <xsd:import namespace="c56a7f5d-56f2-461b-a0b4-0b3a489883ec"/>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6a7f5d-56f2-461b-a0b4-0b3a489883e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50BEB0-9659-45C6-949A-236BCF982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6a7f5d-56f2-461b-a0b4-0b3a489883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6A1B096-8101-470E-B321-6C4F88E1CD85}">
  <ds:schemaRefs>
    <ds:schemaRef ds:uri="http://schemas.microsoft.com/sharepoint/v3/contenttype/forms"/>
  </ds:schemaRefs>
</ds:datastoreItem>
</file>

<file path=customXml/itemProps3.xml><?xml version="1.0" encoding="utf-8"?>
<ds:datastoreItem xmlns:ds="http://schemas.openxmlformats.org/officeDocument/2006/customXml" ds:itemID="{D10C45E3-63A7-413A-B5E5-7FC24DB03F6C}">
  <ds:schemaRefs>
    <ds:schemaRef ds:uri="http://purl.org/dc/terms/"/>
    <ds:schemaRef ds:uri="http://purl.org/dc/elements/1.1/"/>
    <ds:schemaRef ds:uri="http://www.w3.org/XML/1998/namespace"/>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c56a7f5d-56f2-461b-a0b4-0b3a489883e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111</TotalTime>
  <Words>6512</Words>
  <Application>Microsoft Office PowerPoint</Application>
  <PresentationFormat>Widescreen</PresentationFormat>
  <Paragraphs>968</Paragraphs>
  <Slides>109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109</vt:i4>
      </vt:variant>
    </vt:vector>
  </HeadingPairs>
  <TitlesOfParts>
    <vt:vector size="114" baseType="lpstr">
      <vt:lpstr>Aptos</vt:lpstr>
      <vt:lpstr>Aptos Display</vt:lpstr>
      <vt:lpstr>Arial</vt:lpstr>
      <vt:lpstr>Calibri</vt:lpstr>
      <vt:lpstr>Office Theme</vt:lpstr>
      <vt:lpstr>Declaration</vt:lpstr>
      <vt:lpstr>Declaration</vt:lpstr>
      <vt:lpstr>Declaration</vt:lpstr>
      <vt:lpstr>G14 Hospital Management System</vt:lpstr>
      <vt:lpstr>The Scenario</vt:lpstr>
      <vt:lpstr>The Scenario (continued)</vt:lpstr>
      <vt:lpstr>The Scenario (continued)</vt:lpstr>
      <vt:lpstr>Introduction to the problem</vt:lpstr>
      <vt:lpstr>Introduction to the problem (continued)</vt:lpstr>
      <vt:lpstr>Introduction to the problem (continued)</vt:lpstr>
      <vt:lpstr>Introduction to the problem (continued)</vt:lpstr>
      <vt:lpstr>Proposed Solution</vt:lpstr>
      <vt:lpstr>Proposed Solution(continued)</vt:lpstr>
      <vt:lpstr>Proposed Solution(continued)</vt:lpstr>
      <vt:lpstr>Business Rules</vt:lpstr>
      <vt:lpstr>Business Rules(continued)</vt:lpstr>
      <vt:lpstr>Business Rules(continued)</vt:lpstr>
      <vt:lpstr>Business Rules(continued)</vt:lpstr>
      <vt:lpstr>Business Rules(continued)</vt:lpstr>
      <vt:lpstr>Business Rules(continued)</vt:lpstr>
      <vt:lpstr>Business Rules(continued)</vt:lpstr>
      <vt:lpstr>Business Rules(continued)</vt:lpstr>
      <vt:lpstr>Business Rules(continued)</vt:lpstr>
      <vt:lpstr>Business Rules(continued)</vt:lpstr>
      <vt:lpstr>Business Rules(continued) </vt:lpstr>
      <vt:lpstr>Business Rules(continued)</vt:lpstr>
      <vt:lpstr>Business Rules (Summary)</vt:lpstr>
      <vt:lpstr>Database Normalization</vt:lpstr>
      <vt:lpstr>Unnormalized Form (UNF)</vt:lpstr>
      <vt:lpstr>UNF (continued) unnormarlized Data</vt:lpstr>
      <vt:lpstr>UNF (continued)</vt:lpstr>
      <vt:lpstr>First Normal Form (1NF)</vt:lpstr>
      <vt:lpstr>First Normal Form (1NF)examples</vt:lpstr>
      <vt:lpstr>First Normal Form (1NF) examples</vt:lpstr>
      <vt:lpstr>First Normal Form (1NF) examples</vt:lpstr>
      <vt:lpstr>First Normal Form (1NF) examples</vt:lpstr>
      <vt:lpstr>First Normal Form (1NF) examples</vt:lpstr>
      <vt:lpstr>1NF Outcomes</vt:lpstr>
      <vt:lpstr>Second Normal Form(2NF)</vt:lpstr>
      <vt:lpstr>2NF (Examples)</vt:lpstr>
      <vt:lpstr>2NF (cont) </vt:lpstr>
      <vt:lpstr>2NF (cont)</vt:lpstr>
      <vt:lpstr>2NF (cont)</vt:lpstr>
      <vt:lpstr>Third Normal Form (3NF)</vt:lpstr>
      <vt:lpstr>Final 3NF Relations</vt:lpstr>
      <vt:lpstr>3NF (cont): Outcomes</vt:lpstr>
      <vt:lpstr>The Resulting ERD</vt:lpstr>
      <vt:lpstr>Normalization Summary</vt:lpstr>
      <vt:lpstr>ERD (Planning) :Logical</vt:lpstr>
      <vt:lpstr>ERD (Relational)</vt:lpstr>
      <vt:lpstr>ERD (with crows foot notation)</vt:lpstr>
      <vt:lpstr>SQL (Creating Tables)</vt:lpstr>
      <vt:lpstr>SQL (Creating Tables</vt:lpstr>
      <vt:lpstr>SQL (Creating Tables</vt:lpstr>
      <vt:lpstr>SQL (Creating Tables</vt:lpstr>
      <vt:lpstr>SQL (Creating Tables)rooms cont</vt:lpstr>
      <vt:lpstr>SQL (Creating Tables</vt:lpstr>
      <vt:lpstr>SQL (Creating Tables</vt:lpstr>
      <vt:lpstr>SQL (Creating Tables)admissions cont</vt:lpstr>
      <vt:lpstr>SQL (Creating Tables</vt:lpstr>
      <vt:lpstr>SQL (Creating Tables)treatments cont</vt:lpstr>
      <vt:lpstr>SQL (Creating Tables</vt:lpstr>
      <vt:lpstr>SQL (Creating Tables</vt:lpstr>
      <vt:lpstr>SQL (Creating Tables)prescription cont</vt:lpstr>
      <vt:lpstr>SQL (Creating Tables</vt:lpstr>
      <vt:lpstr>SQL (Check Constraints)</vt:lpstr>
      <vt:lpstr>SQL (Check Constraints)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(Insert Values into Tables)</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(Query Results From Oracle LiveSql)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SQL (Sample Outcomes) (screenshot)</vt:lpstr>
      <vt:lpstr>Conclusion</vt:lpstr>
      <vt:lpstr>Conclusion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Lefalahae MODJADJI</dc:creator>
  <cp:lastModifiedBy>Lefalahae MODJADJI</cp:lastModifiedBy>
  <cp:revision>4</cp:revision>
  <dcterms:created xsi:type="dcterms:W3CDTF">2026-10-30T14:00:16Z</dcterms:created>
  <dcterms:modified xsi:type="dcterms:W3CDTF">2026-10-30T22:42:08Z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0x010100F082E3E097844E4B8AAB61C41050C174</vt:lpwstr>
  </property>
</Properties>
</file>